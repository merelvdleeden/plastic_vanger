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7" r:id="rId2"/>
    <p:sldId id="258" r:id="rId3"/>
    <p:sldId id="262" r:id="rId4"/>
    <p:sldId id="264" r:id="rId5"/>
    <p:sldId id="266" r:id="rId6"/>
    <p:sldId id="265" r:id="rId7"/>
    <p:sldId id="267" r:id="rId8"/>
    <p:sldId id="268" r:id="rId9"/>
    <p:sldId id="270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6" d="100"/>
          <a:sy n="96" d="100"/>
        </p:scale>
        <p:origin x="6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5410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53235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833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8246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223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497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7307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9529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2609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6722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630134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09023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0501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46758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5810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0301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A94E9-41BC-4F25-AE4A-7ACB44B440F3}" type="datetimeFigureOut">
              <a:rPr lang="en-NL" smtClean="0"/>
              <a:t>09/12/2025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3C0B678-65BA-466A-8A83-882FB560368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1854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43E86-3637-886C-4718-A7B1A50DE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/>
              <a:t>Plasticvanger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CFF8621-0E87-0A56-6361-932378D6D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pPr algn="l"/>
            <a:r>
              <a:rPr lang="en-US"/>
              <a:t>Merel van der Leeden</a:t>
            </a:r>
          </a:p>
          <a:p>
            <a:pPr algn="l"/>
            <a:r>
              <a:rPr lang="en-US"/>
              <a:t>Aron </a:t>
            </a:r>
            <a:r>
              <a:rPr lang="en-US" err="1"/>
              <a:t>Vleij</a:t>
            </a:r>
            <a:endParaRPr lang="en-US"/>
          </a:p>
          <a:p>
            <a:pPr algn="l"/>
            <a:r>
              <a:rPr lang="en-US"/>
              <a:t>Pavlo Petrashkevych</a:t>
            </a:r>
          </a:p>
          <a:p>
            <a:pPr algn="l"/>
            <a:r>
              <a:rPr lang="en-US"/>
              <a:t>Jullian Lima Spencer</a:t>
            </a:r>
            <a:endParaRPr lang="nl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280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BC202-3FF4-CE3E-8084-8B10EEEDB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808454A-0D24-6985-6058-7F9E03EAD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Vorige sprint</a:t>
            </a:r>
          </a:p>
          <a:p>
            <a:r>
              <a:rPr lang="nl-NL" dirty="0"/>
              <a:t>Documentatie</a:t>
            </a:r>
          </a:p>
          <a:p>
            <a:r>
              <a:rPr lang="nl-NL" dirty="0" err="1"/>
              <a:t>Raspberry</a:t>
            </a:r>
            <a:r>
              <a:rPr lang="nl-NL" dirty="0"/>
              <a:t> PI</a:t>
            </a:r>
          </a:p>
          <a:p>
            <a:r>
              <a:rPr lang="nl-NL" dirty="0"/>
              <a:t>Behuizing</a:t>
            </a:r>
          </a:p>
          <a:p>
            <a:r>
              <a:rPr lang="nl-NL" dirty="0"/>
              <a:t>Electrische schema</a:t>
            </a:r>
          </a:p>
          <a:p>
            <a:r>
              <a:rPr lang="nl-NL" dirty="0"/>
              <a:t>PO gesprekken</a:t>
            </a:r>
          </a:p>
          <a:p>
            <a:r>
              <a:rPr lang="nl-NL" dirty="0"/>
              <a:t>Logboeken</a:t>
            </a:r>
          </a:p>
          <a:p>
            <a:r>
              <a:rPr lang="nl-NL" dirty="0"/>
              <a:t>Sprint 5</a:t>
            </a:r>
          </a:p>
          <a:p>
            <a:r>
              <a:rPr lang="nl-NL" dirty="0" err="1"/>
              <a:t>Retrospective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6395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EB9E2-E46C-C512-0CC9-F659CD91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sz="3000" dirty="0"/>
              <a:t>Vorige sprint</a:t>
            </a:r>
          </a:p>
        </p:txBody>
      </p:sp>
      <p:sp>
        <p:nvSpPr>
          <p:cNvPr id="11" name="Місце для вмісту 10">
            <a:extLst>
              <a:ext uri="{FF2B5EF4-FFF2-40B4-BE49-F238E27FC236}">
                <a16:creationId xmlns:a16="http://schemas.microsoft.com/office/drawing/2014/main" id="{F8E99817-2115-D1BA-CDD2-C2A438320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uk-UA" dirty="0"/>
              <a:t>Documentatie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16851A-D0C3-06B1-A6BE-1D26DF31E170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​</a:t>
            </a:r>
            <a:endParaRPr lang="en-US"/>
          </a:p>
          <a:p>
            <a:pPr algn="ctr"/>
            <a:endParaRPr lang="uk-UA"/>
          </a:p>
        </p:txBody>
      </p:sp>
      <p:graphicFrame>
        <p:nvGraphicFramePr>
          <p:cNvPr id="21" name="Tabel 5">
            <a:extLst>
              <a:ext uri="{FF2B5EF4-FFF2-40B4-BE49-F238E27FC236}">
                <a16:creationId xmlns:a16="http://schemas.microsoft.com/office/drawing/2014/main" id="{EB53B9D5-7AC6-00FC-B2BD-E57C3F5EA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706451"/>
              </p:ext>
            </p:extLst>
          </p:nvPr>
        </p:nvGraphicFramePr>
        <p:xfrm>
          <a:off x="3319252" y="885842"/>
          <a:ext cx="8141806" cy="5222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903">
                  <a:extLst>
                    <a:ext uri="{9D8B030D-6E8A-4147-A177-3AD203B41FA5}">
                      <a16:colId xmlns:a16="http://schemas.microsoft.com/office/drawing/2014/main" val="3650302100"/>
                    </a:ext>
                  </a:extLst>
                </a:gridCol>
                <a:gridCol w="4070903">
                  <a:extLst>
                    <a:ext uri="{9D8B030D-6E8A-4147-A177-3AD203B41FA5}">
                      <a16:colId xmlns:a16="http://schemas.microsoft.com/office/drawing/2014/main" val="2063980556"/>
                    </a:ext>
                  </a:extLst>
                </a:gridCol>
              </a:tblGrid>
              <a:tr h="382308">
                <a:tc>
                  <a:txBody>
                    <a:bodyPr/>
                    <a:lstStyle/>
                    <a:p>
                      <a:r>
                        <a:rPr lang="en-US"/>
                        <a:t>User story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Taak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14233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1.1 Ik wil dat er een sensor is die de windsnelheid meet zodat ik de data van de windsnelheid kan krijgen.</a:t>
                      </a:r>
                      <a:endParaRPr lang="nl-NL" sz="1400" b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1.1.4 Kalibreer de windsnelheid sensor.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302914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nl-NL" sz="14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1.2 Ik wil dat de windsnelheid gemeten word vanuit het weerstation.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400" b="0" i="0" u="none" strike="noStrike" noProof="0">
                          <a:solidFill>
                            <a:schemeClr val="dk1"/>
                          </a:solidFill>
                          <a:latin typeface="Arial"/>
                        </a:rPr>
                        <a:t>1.2.2 Maak een elektrisch schema van het weerstation.</a:t>
                      </a:r>
                      <a:endParaRPr lang="en-US" sz="1400" b="0" i="0" u="none" strike="noStrike" noProof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400" b="0" i="0" u="none" strike="noStrike" noProof="0">
                          <a:solidFill>
                            <a:schemeClr val="dk1"/>
                          </a:solidFill>
                          <a:latin typeface="Arial"/>
                        </a:rPr>
                        <a:t>1.2.3 Test de windsnelheid sensor.</a:t>
                      </a:r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1738136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2.1 Ik wil dat er een sensor is die de windrichting meet zodat ik de data van de windrichting kan krijgen.</a:t>
                      </a:r>
                      <a:endParaRPr lang="nl-NL" sz="1400" b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2.1.4 Kalibeer de windrichting sensor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2046558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2.2 Ik wil dat de windrichting gemeten word vanuit het weerstation.</a:t>
                      </a:r>
                      <a:endParaRPr lang="nl-NL" sz="1400" b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2.2.1 Integreer de windrichting sensor met de microcontroller..</a:t>
                      </a:r>
                      <a:endParaRPr lang="uk-UA"/>
                    </a:p>
                    <a:p>
                      <a:pPr lvl="0">
                        <a:buNone/>
                      </a:pPr>
                      <a:r>
                        <a:rPr lang="nl-NL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1.2.2 Maak een elektrisch schema van het weerstation.</a:t>
                      </a:r>
                      <a:endParaRPr lang="nl-NL"/>
                    </a:p>
                    <a:p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2.2.3 Test de windrichting sensor.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50742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nl-NL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3.1 Ik wil dat het weerstation </a:t>
                      </a:r>
                      <a:r>
                        <a:rPr lang="nl-NL" sz="1400" b="0" i="0" u="none" strike="noStrike" kern="1200" noProof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aangestuurt</a:t>
                      </a:r>
                      <a:r>
                        <a:rPr lang="nl-NL" sz="1400" b="0" i="0" u="none" strike="noStrike" kern="1200" noProof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word door een micro controller.</a:t>
                      </a:r>
                      <a:endParaRPr lang="nl-NL" sz="140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l-NL" sz="14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3.1.4 Maak een </a:t>
                      </a:r>
                      <a:r>
                        <a:rPr lang="nl-NL" sz="1400" b="0" i="0" u="none" strike="noStrike" kern="1200" noProof="0" dirty="0" err="1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electrisch</a:t>
                      </a:r>
                      <a:r>
                        <a:rPr lang="nl-NL" sz="1400" b="0" i="0" u="none" strike="noStrike" kern="1200" noProof="0" dirty="0">
                          <a:solidFill>
                            <a:schemeClr val="dk1"/>
                          </a:solidFill>
                          <a:effectLst/>
                          <a:latin typeface="Arial"/>
                        </a:rPr>
                        <a:t> schema van de sensoren en de microcontroller.</a:t>
                      </a:r>
                      <a:endParaRPr lang="nl-NL" sz="1400" dirty="0">
                        <a:latin typeface="Arial"/>
                      </a:endParaRPr>
                    </a:p>
                    <a:p>
                      <a:pPr lvl="0">
                        <a:buNone/>
                      </a:pPr>
                      <a:endParaRPr lang="nl-NL" sz="1400" b="0" kern="1200" dirty="0">
                        <a:solidFill>
                          <a:schemeClr val="dk1"/>
                        </a:solidFill>
                        <a:effectLst/>
                        <a:latin typeface="Arial"/>
                        <a:ea typeface="+mn-ea"/>
                        <a:cs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115311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4.1 Ik wil dat het weerstation altijd buiten kan blijven zonder dat ik me zorgen hoef te maken dat die kapot gaat.</a:t>
                      </a:r>
                      <a:endParaRPr lang="nl-NL" sz="1400" b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4.1.2 Maak een schets van de behuizing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4.1.3 Ontwerp de behuizing.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38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738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29E17-1B97-C831-7225-46CA6E30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Documentatie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2C2D7A-ABAA-CE8B-7D60-1D743C7E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Experimenteel onderzoek</a:t>
            </a:r>
          </a:p>
          <a:p>
            <a:r>
              <a:rPr lang="nl-NL" dirty="0"/>
              <a:t>Gebruikers onderzoek</a:t>
            </a:r>
          </a:p>
          <a:p>
            <a:r>
              <a:rPr lang="nl-NL" dirty="0"/>
              <a:t>Literatuur onderzoek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08866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6DE99-9AB9-3F01-788D-832759441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FFBBB6-8FD1-1AB0-1B5F-D7D9EC51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Raspberry</a:t>
            </a:r>
            <a:r>
              <a:rPr lang="nl-NL" dirty="0"/>
              <a:t> PI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9C574A-5CC1-7504-E6FE-C0970B5E1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DNS </a:t>
            </a:r>
            <a:r>
              <a:rPr lang="en-US" dirty="0"/>
              <a:t>(Domain Name System)</a:t>
            </a:r>
            <a:endParaRPr lang="nl-NL" dirty="0"/>
          </a:p>
          <a:p>
            <a:r>
              <a:rPr lang="nl-NL" dirty="0"/>
              <a:t>SSH (</a:t>
            </a:r>
            <a:r>
              <a:rPr lang="en-US" dirty="0"/>
              <a:t>Secure Shell)</a:t>
            </a:r>
            <a:endParaRPr lang="nl-NL" dirty="0"/>
          </a:p>
          <a:p>
            <a:r>
              <a:rPr lang="nl-NL" dirty="0"/>
              <a:t>VNC (Virtual Network Computing)</a:t>
            </a:r>
          </a:p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03138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17DDE-5837-3F28-9BDE-CEE8EFC7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DB404F-0FB5-9D49-4945-1929A8B6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Behuizing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843F2A7-1559-702E-9642-67B720B05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9403BC-725A-07AB-3F2D-1C624F5A51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9" t="10688" r="23534" b="49602"/>
          <a:stretch/>
        </p:blipFill>
        <p:spPr bwMode="auto">
          <a:xfrm rot="16200000">
            <a:off x="235527" y="1755979"/>
            <a:ext cx="4943933" cy="433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917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C9E0E-9B5F-9DCA-4420-6F18DC661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DB858A-467D-1AAE-36E4-E51A0DC2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Electrsiche</a:t>
            </a:r>
            <a:r>
              <a:rPr lang="nl-NL" dirty="0"/>
              <a:t> schema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F95C19-8ED0-5E5D-F861-E868C2493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nl-NL" dirty="0"/>
          </a:p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520A7-A096-0CFE-D26C-0C2929479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" y="1236913"/>
            <a:ext cx="7812658" cy="537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137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B774F-4DE9-FB0C-B133-A0581D6EE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7540AD-D129-2A6A-3ACA-27EA3A538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 gesprekken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5B1EBCA-9E95-FA1C-E422-F99F7F6F2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Vorige gesprek</a:t>
            </a:r>
          </a:p>
          <a:p>
            <a:pPr marL="0" indent="0">
              <a:buNone/>
            </a:pPr>
            <a:r>
              <a:rPr lang="nl-NL" dirty="0"/>
              <a:t>	- Status van het project verteld</a:t>
            </a:r>
          </a:p>
          <a:p>
            <a:pPr marL="0" indent="0">
              <a:buNone/>
            </a:pPr>
            <a:r>
              <a:rPr lang="nl-NL" dirty="0"/>
              <a:t>	- Behuizing idee</a:t>
            </a:r>
          </a:p>
          <a:p>
            <a:pPr marL="0" indent="0">
              <a:buNone/>
            </a:pPr>
            <a:r>
              <a:rPr lang="nl-NL" dirty="0"/>
              <a:t>	- Volgende gesprek ingepland </a:t>
            </a:r>
          </a:p>
          <a:p>
            <a:r>
              <a:rPr lang="nl-NL" dirty="0"/>
              <a:t>Komende gesprek</a:t>
            </a:r>
          </a:p>
          <a:p>
            <a:pPr marL="0" indent="0">
              <a:buNone/>
            </a:pPr>
            <a:r>
              <a:rPr lang="nl-NL" dirty="0"/>
              <a:t>	- Locatie </a:t>
            </a:r>
          </a:p>
          <a:p>
            <a:pPr marL="0" indent="0">
              <a:buNone/>
            </a:pPr>
            <a:r>
              <a:rPr lang="nl-NL" dirty="0"/>
              <a:t>	- Koppelstuk voor de motor ophalen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702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3EB9E2-E46C-C512-0CC9-F659CD91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Sprint 6</a:t>
            </a:r>
          </a:p>
        </p:txBody>
      </p:sp>
      <p:sp>
        <p:nvSpPr>
          <p:cNvPr id="11" name="Місце для вмісту 10">
            <a:extLst>
              <a:ext uri="{FF2B5EF4-FFF2-40B4-BE49-F238E27FC236}">
                <a16:creationId xmlns:a16="http://schemas.microsoft.com/office/drawing/2014/main" id="{F8E99817-2115-D1BA-CDD2-C2A438320C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2641918" cy="3880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Experimenteel</a:t>
            </a:r>
            <a:r>
              <a:rPr lang="en-US" dirty="0"/>
              <a:t> </a:t>
            </a:r>
            <a:r>
              <a:rPr lang="en-US" dirty="0" err="1"/>
              <a:t>onderzoek</a:t>
            </a:r>
            <a:endParaRPr lang="en-US" dirty="0"/>
          </a:p>
          <a:p>
            <a:r>
              <a:rPr lang="en-US" dirty="0" err="1"/>
              <a:t>Gebruikers</a:t>
            </a:r>
            <a:r>
              <a:rPr lang="en-US" dirty="0"/>
              <a:t> </a:t>
            </a:r>
            <a:r>
              <a:rPr lang="en-US" dirty="0" err="1"/>
              <a:t>onderzoek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16851A-D0C3-06B1-A6BE-1D26DF31E170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​</a:t>
            </a:r>
            <a:endParaRPr lang="en-US"/>
          </a:p>
          <a:p>
            <a:pPr algn="ctr"/>
            <a:endParaRPr lang="uk-UA"/>
          </a:p>
        </p:txBody>
      </p:sp>
      <p:graphicFrame>
        <p:nvGraphicFramePr>
          <p:cNvPr id="21" name="Tabel 5">
            <a:extLst>
              <a:ext uri="{FF2B5EF4-FFF2-40B4-BE49-F238E27FC236}">
                <a16:creationId xmlns:a16="http://schemas.microsoft.com/office/drawing/2014/main" id="{EB53B9D5-7AC6-00FC-B2BD-E57C3F5EA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043090"/>
              </p:ext>
            </p:extLst>
          </p:nvPr>
        </p:nvGraphicFramePr>
        <p:xfrm>
          <a:off x="3498157" y="2032155"/>
          <a:ext cx="8141806" cy="2591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0903">
                  <a:extLst>
                    <a:ext uri="{9D8B030D-6E8A-4147-A177-3AD203B41FA5}">
                      <a16:colId xmlns:a16="http://schemas.microsoft.com/office/drawing/2014/main" val="3650302100"/>
                    </a:ext>
                  </a:extLst>
                </a:gridCol>
                <a:gridCol w="4070903">
                  <a:extLst>
                    <a:ext uri="{9D8B030D-6E8A-4147-A177-3AD203B41FA5}">
                      <a16:colId xmlns:a16="http://schemas.microsoft.com/office/drawing/2014/main" val="2063980556"/>
                    </a:ext>
                  </a:extLst>
                </a:gridCol>
              </a:tblGrid>
              <a:tr h="382308">
                <a:tc>
                  <a:txBody>
                    <a:bodyPr/>
                    <a:lstStyle/>
                    <a:p>
                      <a:r>
                        <a:rPr lang="en-US"/>
                        <a:t>User story</a:t>
                      </a:r>
                      <a:endParaRPr lang="nl-N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Taak</a:t>
                      </a:r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4314233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1.1 Ik wil dat er een sensor is die de windsnelheid meet zodat ik de data van de windsnelheid kan krijgen.</a:t>
                      </a:r>
                      <a:endParaRPr lang="nl-NL" sz="1400" b="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1400" b="0" kern="120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1.1.4 Kalibreer de windsnelheid sensor.</a:t>
                      </a:r>
                    </a:p>
                    <a:p>
                      <a:endParaRPr lang="nl-NL" sz="14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302914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2.2 Ik wil dat de windrichting gemeten word vanuit het weerstation.</a:t>
                      </a:r>
                      <a:endParaRPr lang="nl-NL" sz="1400" b="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2.2.1 Integreer de windrichting sensor met de microcontroller..</a:t>
                      </a:r>
                      <a:endParaRPr lang="uk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050742"/>
                  </a:ext>
                </a:extLst>
              </a:tr>
              <a:tr h="736297"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4.1 Ik wil dat het weerstation altijd buiten kan blijven zonder dat ik me zorgen hoef te maken dat die kapot gaat.</a:t>
                      </a:r>
                      <a:endParaRPr lang="nl-NL" sz="1400" b="0" dirty="0">
                        <a:latin typeface="Arial"/>
                        <a:cs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4.1.2 Maak een schets van de behuizing</a:t>
                      </a:r>
                    </a:p>
                    <a:p>
                      <a:r>
                        <a:rPr lang="nl-NL" sz="1400" b="0" kern="1200" dirty="0">
                          <a:solidFill>
                            <a:schemeClr val="dk1"/>
                          </a:solidFill>
                          <a:effectLst/>
                          <a:latin typeface="Arial"/>
                          <a:ea typeface="+mn-ea"/>
                          <a:cs typeface="Arial"/>
                        </a:rPr>
                        <a:t>4.1.3 Ontwerp de behuizing.</a:t>
                      </a:r>
                    </a:p>
                    <a:p>
                      <a:endParaRPr lang="nl-NL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6438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6882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429E17-1B97-C831-7225-46CA6E30D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Retrospective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2C2D7A-ABAA-CE8B-7D60-1D743C7E7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Communicatie</a:t>
            </a:r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/>
              <a:t>Planning</a:t>
            </a:r>
          </a:p>
          <a:p>
            <a:endParaRPr lang="nl-NL" dirty="0"/>
          </a:p>
          <a:p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0E1A0-5B2E-5ABE-92C1-9171834E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524949"/>
            <a:ext cx="2358474" cy="202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141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107</TotalTime>
  <Words>370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Plasticvanger</vt:lpstr>
      <vt:lpstr>Inleiding</vt:lpstr>
      <vt:lpstr>Vorige sprint</vt:lpstr>
      <vt:lpstr>Documentatie</vt:lpstr>
      <vt:lpstr>Raspberry PI</vt:lpstr>
      <vt:lpstr>Behuizing</vt:lpstr>
      <vt:lpstr>Electrsiche schema</vt:lpstr>
      <vt:lpstr>PO gesprekken</vt:lpstr>
      <vt:lpstr>Sprint 6</vt:lpstr>
      <vt:lpstr>Retrospective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Pavlo Petrashkevych</dc:creator>
  <cp:lastModifiedBy>Pavlo Petrashkevych</cp:lastModifiedBy>
  <cp:revision>6</cp:revision>
  <dcterms:created xsi:type="dcterms:W3CDTF">2025-12-09T10:11:00Z</dcterms:created>
  <dcterms:modified xsi:type="dcterms:W3CDTF">2025-12-09T12:43:21Z</dcterms:modified>
</cp:coreProperties>
</file>