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9" r:id="rId4"/>
    <p:sldId id="260" r:id="rId5"/>
    <p:sldId id="266" r:id="rId6"/>
    <p:sldId id="261" r:id="rId7"/>
    <p:sldId id="262" r:id="rId8"/>
    <p:sldId id="265" r:id="rId9"/>
    <p:sldId id="264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8183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41416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61354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87744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5567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0107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0202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39227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74423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97055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170100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63048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392530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74629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79340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1181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E3BD4-3BC6-486B-84FA-4AF530612E72}" type="datetimeFigureOut">
              <a:rPr lang="nl-NL" smtClean="0"/>
              <a:t>7-10-2025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0DAC050-0D21-4421-9D3C-BFB696298A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07110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A0BD3E-0DCD-77DF-F110-34B4317236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7F00CFF-9B67-D9D8-BB9D-03EB301D7C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72439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CD10A-866D-AA76-808C-73012CD73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45479C-6BB7-1888-3F1B-A1FA3CAC8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Vorige</a:t>
            </a:r>
            <a:r>
              <a:rPr lang="en-US" dirty="0"/>
              <a:t> sprint</a:t>
            </a:r>
          </a:p>
          <a:p>
            <a:r>
              <a:rPr lang="en-US" dirty="0" err="1"/>
              <a:t>Locatie</a:t>
            </a:r>
            <a:r>
              <a:rPr lang="en-US" dirty="0"/>
              <a:t> </a:t>
            </a:r>
          </a:p>
          <a:p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ontwerp</a:t>
            </a:r>
            <a:endParaRPr lang="en-US" dirty="0"/>
          </a:p>
          <a:p>
            <a:r>
              <a:rPr lang="en-US" dirty="0" err="1"/>
              <a:t>Zelfvoorziening</a:t>
            </a:r>
            <a:endParaRPr lang="en-US" dirty="0"/>
          </a:p>
          <a:p>
            <a:r>
              <a:rPr lang="en-US" dirty="0" err="1"/>
              <a:t>Mogelijkheid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bestuurbaar</a:t>
            </a:r>
            <a:endParaRPr lang="en-US" dirty="0"/>
          </a:p>
          <a:p>
            <a:r>
              <a:rPr lang="en-US" dirty="0"/>
              <a:t>Sprint 3</a:t>
            </a:r>
          </a:p>
          <a:p>
            <a:r>
              <a:rPr lang="en-US" dirty="0"/>
              <a:t>Retrospective </a:t>
            </a:r>
          </a:p>
          <a:p>
            <a:endParaRPr lang="en-US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06567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81B8C2-595A-32C4-05CD-8B319B819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Vorige</a:t>
            </a:r>
            <a:r>
              <a:rPr lang="en-US" dirty="0"/>
              <a:t> sprint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FE6AC46-470A-29B4-9698-0358DAB09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Samenvatting</a:t>
            </a:r>
            <a:endParaRPr lang="nl-NL" dirty="0"/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121F01DD-ED26-4FD5-E0BB-80C728C48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033386"/>
              </p:ext>
            </p:extLst>
          </p:nvPr>
        </p:nvGraphicFramePr>
        <p:xfrm>
          <a:off x="3575664" y="609600"/>
          <a:ext cx="8128000" cy="521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51550311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1416530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story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taken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769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10.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de microcontroller de motor kan aansturen op basis van de data.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 </a:t>
                      </a: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de motor altijd minimaal draait zodat we geen energie verspillen en zo veel mogelijk plastic in de plastic vanger terecht komt.</a:t>
                      </a:r>
                      <a:endParaRPr lang="nl-NL" sz="16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10.1/12.1 Bestudeer de verkregen motorprestatiegegevens</a:t>
                      </a:r>
                    </a:p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595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15. </a:t>
                      </a: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de het weerstation altijd werkt ook al heeft hij geen stroomtoevoer.</a:t>
                      </a:r>
                    </a:p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 Onderzoek wat is de opties van zelfvoorziening.</a:t>
                      </a:r>
                    </a:p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2370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14. </a:t>
                      </a: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in noodgevallen de motor van afstand kunnen aansturen of uitzetten.</a:t>
                      </a:r>
                      <a:endParaRPr lang="nl-NL" sz="1800" b="1" dirty="0"/>
                    </a:p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 Onderzoek wat is de beste optie app of website.</a:t>
                      </a:r>
                    </a:p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291728"/>
                  </a:ext>
                </a:extLst>
              </a:tr>
            </a:tbl>
          </a:graphicData>
        </a:graphic>
      </p:graphicFrame>
      <p:graphicFrame>
        <p:nvGraphicFramePr>
          <p:cNvPr id="5" name="Tabel 4">
            <a:extLst>
              <a:ext uri="{FF2B5EF4-FFF2-40B4-BE49-F238E27FC236}">
                <a16:creationId xmlns:a16="http://schemas.microsoft.com/office/drawing/2014/main" id="{64FBAADC-190E-95BA-E065-CF339A971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0462328"/>
              </p:ext>
            </p:extLst>
          </p:nvPr>
        </p:nvGraphicFramePr>
        <p:xfrm>
          <a:off x="3575664" y="5826760"/>
          <a:ext cx="81280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1385062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792125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Sensoren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onderzoeksverslag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versie</a:t>
                      </a:r>
                      <a:r>
                        <a:rPr lang="en-US" dirty="0"/>
                        <a:t> 2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0281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024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2CC5F2-3ED0-DC6A-F115-98F9E6B0B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Locatie </a:t>
            </a:r>
            <a:endParaRPr lang="nl-NL" dirty="0"/>
          </a:p>
        </p:txBody>
      </p:sp>
      <p:pic>
        <p:nvPicPr>
          <p:cNvPr id="5" name="Tijdelijke aanduiding voor inhoud 4" descr="Afbeelding met buitenshuis, gebouw, stad, straat&#10;&#10;Door AI gegenereerde inhoud is mogelijk onjuist.">
            <a:extLst>
              <a:ext uri="{FF2B5EF4-FFF2-40B4-BE49-F238E27FC236}">
                <a16:creationId xmlns:a16="http://schemas.microsoft.com/office/drawing/2014/main" id="{EE223289-C081-D500-F3E8-D4D8980BE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911" y="1675951"/>
            <a:ext cx="6962423" cy="4092137"/>
          </a:xfr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827073CD-75B9-53F9-0D11-08182D2D3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512" y="1675951"/>
            <a:ext cx="5245488" cy="409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268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0E4897-9E19-1AED-07AB-3F4C43267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ontwerp</a:t>
            </a:r>
            <a:endParaRPr lang="nl-NL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B7657CA4-32C1-EA05-50EC-9C18414936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690" y="2874858"/>
            <a:ext cx="8596312" cy="1741697"/>
          </a:xfrm>
        </p:spPr>
      </p:pic>
    </p:spTree>
    <p:extLst>
      <p:ext uri="{BB962C8B-B14F-4D97-AF65-F5344CB8AC3E}">
        <p14:creationId xmlns:p14="http://schemas.microsoft.com/office/powerpoint/2010/main" val="4205403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A846E5-8F54-26D1-2B42-3136CF33F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Zelfvoorziening</a:t>
            </a:r>
            <a:r>
              <a:rPr lang="en-US" dirty="0"/>
              <a:t> </a:t>
            </a:r>
            <a:endParaRPr lang="nl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871DE22-0FD4-4978-B5FB-8CA6BCBC3E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2091959"/>
              </p:ext>
            </p:extLst>
          </p:nvPr>
        </p:nvGraphicFramePr>
        <p:xfrm>
          <a:off x="3245771" y="1717119"/>
          <a:ext cx="7035996" cy="43625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49345">
                  <a:extLst>
                    <a:ext uri="{9D8B030D-6E8A-4147-A177-3AD203B41FA5}">
                      <a16:colId xmlns:a16="http://schemas.microsoft.com/office/drawing/2014/main" val="153205334"/>
                    </a:ext>
                  </a:extLst>
                </a:gridCol>
                <a:gridCol w="1149345">
                  <a:extLst>
                    <a:ext uri="{9D8B030D-6E8A-4147-A177-3AD203B41FA5}">
                      <a16:colId xmlns:a16="http://schemas.microsoft.com/office/drawing/2014/main" val="875574213"/>
                    </a:ext>
                  </a:extLst>
                </a:gridCol>
                <a:gridCol w="1149345">
                  <a:extLst>
                    <a:ext uri="{9D8B030D-6E8A-4147-A177-3AD203B41FA5}">
                      <a16:colId xmlns:a16="http://schemas.microsoft.com/office/drawing/2014/main" val="1625982825"/>
                    </a:ext>
                  </a:extLst>
                </a:gridCol>
                <a:gridCol w="1289271">
                  <a:extLst>
                    <a:ext uri="{9D8B030D-6E8A-4147-A177-3AD203B41FA5}">
                      <a16:colId xmlns:a16="http://schemas.microsoft.com/office/drawing/2014/main" val="3989230865"/>
                    </a:ext>
                  </a:extLst>
                </a:gridCol>
                <a:gridCol w="1149345">
                  <a:extLst>
                    <a:ext uri="{9D8B030D-6E8A-4147-A177-3AD203B41FA5}">
                      <a16:colId xmlns:a16="http://schemas.microsoft.com/office/drawing/2014/main" val="2098897870"/>
                    </a:ext>
                  </a:extLst>
                </a:gridCol>
                <a:gridCol w="1149345">
                  <a:extLst>
                    <a:ext uri="{9D8B030D-6E8A-4147-A177-3AD203B41FA5}">
                      <a16:colId xmlns:a16="http://schemas.microsoft.com/office/drawing/2014/main" val="757756213"/>
                    </a:ext>
                  </a:extLst>
                </a:gridCol>
              </a:tblGrid>
              <a:tr h="523072"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Model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Vermogen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Nominale spanning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Startwindsnelheid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Rotor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Kosten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25291532"/>
                  </a:ext>
                </a:extLst>
              </a:tr>
              <a:tr h="2032688"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NL" sz="1200" kern="100">
                          <a:effectLst/>
                        </a:rPr>
                        <a:t>­­Demountable Wind Turbine ElvWiS ADVENTURE 25SE Economy with Mount (50 W)</a:t>
                      </a:r>
                    </a:p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uk-UA" sz="1200" kern="100">
                          <a:effectLst/>
                        </a:rPr>
                        <a:t> 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50W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12-24V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0.5 m/s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30-40cm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400€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7716547"/>
                  </a:ext>
                </a:extLst>
              </a:tr>
              <a:tr h="1806834"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nl-NL" sz="1200" kern="100">
                          <a:effectLst/>
                        </a:rPr>
                        <a:t>High-End Micro Wind Generator Kit Portable Wind Turbine Generator ot25</a:t>
                      </a:r>
                      <a:endParaRPr lang="en-NL" sz="1200" kern="100">
                        <a:effectLst/>
                      </a:endParaRPr>
                    </a:p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uk-UA" sz="1200" kern="100">
                          <a:effectLst/>
                        </a:rPr>
                        <a:t> 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50W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12-24V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2 m/s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>
                          <a:effectLst/>
                        </a:rPr>
                        <a:t>35-40cm</a:t>
                      </a:r>
                      <a:endParaRPr lang="en-NL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  <a:tabLst>
                          <a:tab pos="855980" algn="l"/>
                        </a:tabLst>
                      </a:pPr>
                      <a:r>
                        <a:rPr lang="en-US" sz="1200" kern="100" dirty="0">
                          <a:effectLst/>
                        </a:rPr>
                        <a:t>241€</a:t>
                      </a:r>
                      <a:endParaRPr lang="en-NL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7725441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C18A15B-2625-A8BD-8078-502BCA4387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926" y="2289490"/>
            <a:ext cx="1784810" cy="17848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ED999D-39B1-7865-112D-28B4BAC02C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926" y="4236266"/>
            <a:ext cx="1649165" cy="1649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878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ED1C4F-D3BD-D9CC-A5BA-4A7BDC0AD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Mogelijkheid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afstand</a:t>
            </a:r>
            <a:r>
              <a:rPr lang="en-US" dirty="0"/>
              <a:t> </a:t>
            </a:r>
            <a:r>
              <a:rPr lang="en-US" dirty="0" err="1"/>
              <a:t>bestuurbaar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494A348-217D-2A0A-5D7E-EDE2528502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SSH</a:t>
            </a:r>
          </a:p>
          <a:p>
            <a:pPr lvl="1"/>
            <a:r>
              <a:rPr lang="en-US" dirty="0"/>
              <a:t>Terminal </a:t>
            </a:r>
          </a:p>
          <a:p>
            <a:pPr lvl="2"/>
            <a:r>
              <a:rPr lang="en-US" dirty="0"/>
              <a:t>Command prompts </a:t>
            </a:r>
          </a:p>
          <a:p>
            <a:r>
              <a:rPr lang="en-US" dirty="0"/>
              <a:t>VNC</a:t>
            </a:r>
          </a:p>
          <a:p>
            <a:pPr lvl="1"/>
            <a:r>
              <a:rPr lang="en-US" dirty="0"/>
              <a:t>Terminal </a:t>
            </a:r>
          </a:p>
          <a:p>
            <a:pPr lvl="2"/>
            <a:r>
              <a:rPr lang="en-US" dirty="0"/>
              <a:t>Command prompts</a:t>
            </a:r>
          </a:p>
          <a:p>
            <a:pPr lvl="1"/>
            <a:r>
              <a:rPr lang="en-US" dirty="0"/>
              <a:t>GUI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2955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6B93D-22A1-F817-D2B7-97807C0B0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Sensoren</a:t>
            </a:r>
            <a:r>
              <a:rPr lang="en-US" dirty="0"/>
              <a:t> </a:t>
            </a:r>
            <a:r>
              <a:rPr lang="en-US" dirty="0" err="1"/>
              <a:t>onderzoeksverslag</a:t>
            </a:r>
            <a:r>
              <a:rPr lang="en-US" dirty="0"/>
              <a:t> </a:t>
            </a:r>
            <a:r>
              <a:rPr lang="en-US" dirty="0" err="1"/>
              <a:t>versie</a:t>
            </a:r>
            <a:r>
              <a:rPr lang="en-US" dirty="0"/>
              <a:t> 2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E38A196-9B47-F3A1-5D13-8C711A15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27199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F3E789-4958-FB30-6DE8-B3A827246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3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094B5A9-65E1-FF2F-37F2-9CF09C971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opstelling</a:t>
            </a:r>
            <a:endParaRPr lang="en-US" dirty="0"/>
          </a:p>
          <a:p>
            <a:r>
              <a:rPr lang="en-US" dirty="0"/>
              <a:t>Test plan</a:t>
            </a:r>
          </a:p>
          <a:p>
            <a:r>
              <a:rPr lang="en-US" dirty="0" err="1"/>
              <a:t>Literatuur</a:t>
            </a:r>
            <a:r>
              <a:rPr lang="en-US" dirty="0"/>
              <a:t> </a:t>
            </a:r>
            <a:r>
              <a:rPr lang="en-US" dirty="0" err="1"/>
              <a:t>onderzoek</a:t>
            </a:r>
            <a:r>
              <a:rPr lang="en-US" dirty="0"/>
              <a:t> workshop </a:t>
            </a:r>
            <a:r>
              <a:rPr lang="en-US" dirty="0" err="1"/>
              <a:t>voorbereiden</a:t>
            </a:r>
            <a:r>
              <a:rPr lang="en-US" dirty="0"/>
              <a:t> training </a:t>
            </a:r>
            <a:r>
              <a:rPr lang="en-US" dirty="0" err="1"/>
              <a:t>mediatheek</a:t>
            </a:r>
            <a:endParaRPr lang="en-US" dirty="0"/>
          </a:p>
          <a:p>
            <a:r>
              <a:rPr lang="en-US" dirty="0"/>
              <a:t>User story: </a:t>
            </a:r>
            <a:r>
              <a:rPr lang="nl-NL" dirty="0">
                <a:solidFill>
                  <a:schemeClr val="dk1"/>
                </a:solidFill>
              </a:rPr>
              <a:t>7.Het weerstation is bestendig tegen water en extreem weer.</a:t>
            </a:r>
            <a:endParaRPr lang="nl-NL" dirty="0"/>
          </a:p>
          <a:p>
            <a:pPr lvl="1"/>
            <a:r>
              <a:rPr lang="nl-NL" dirty="0"/>
              <a:t>Taak: </a:t>
            </a:r>
            <a:r>
              <a:rPr lang="nl-NL" dirty="0">
                <a:solidFill>
                  <a:schemeClr val="dk1"/>
                </a:solidFill>
              </a:rPr>
              <a:t>7.1 Onderzoek waterdichte en stevig in extreem weer behuizingen.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39585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ED3385-1D28-EB81-A35C-6379B543D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74C2EF4-1F16-2D0E-69AB-020FACB88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Aron is </a:t>
            </a:r>
            <a:r>
              <a:rPr lang="en-US" dirty="0" err="1"/>
              <a:t>terug</a:t>
            </a:r>
            <a:endParaRPr lang="en-US" dirty="0"/>
          </a:p>
          <a:p>
            <a:r>
              <a:rPr lang="en-US" dirty="0" err="1"/>
              <a:t>Onderdelen</a:t>
            </a:r>
            <a:r>
              <a:rPr lang="en-US" dirty="0"/>
              <a:t> in </a:t>
            </a:r>
            <a:r>
              <a:rPr lang="en-US" dirty="0" err="1"/>
              <a:t>bestelling</a:t>
            </a:r>
            <a:endParaRPr lang="en-US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1399895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707</TotalTime>
  <Words>255</Words>
  <Application>Microsoft Office PowerPoint</Application>
  <PresentationFormat>Breedbeeld</PresentationFormat>
  <Paragraphs>66</Paragraphs>
  <Slides>10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5" baseType="lpstr">
      <vt:lpstr>Aptos</vt:lpstr>
      <vt:lpstr>Arial</vt:lpstr>
      <vt:lpstr>Trebuchet MS</vt:lpstr>
      <vt:lpstr>Wingdings 3</vt:lpstr>
      <vt:lpstr>Facet</vt:lpstr>
      <vt:lpstr>Plastic Vanger</vt:lpstr>
      <vt:lpstr>Inleiding</vt:lpstr>
      <vt:lpstr>Vorige sprint </vt:lpstr>
      <vt:lpstr>Locatie </vt:lpstr>
      <vt:lpstr>Architectuur ontwerp</vt:lpstr>
      <vt:lpstr>Zelfvoorziening </vt:lpstr>
      <vt:lpstr>Mogelijkheid voor afstand bestuurbaar</vt:lpstr>
      <vt:lpstr>Sensoren onderzoeksverslag versie 2</vt:lpstr>
      <vt:lpstr>Sprint 3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3</cp:revision>
  <dcterms:created xsi:type="dcterms:W3CDTF">2025-10-07T08:06:31Z</dcterms:created>
  <dcterms:modified xsi:type="dcterms:W3CDTF">2025-10-07T19:57:04Z</dcterms:modified>
</cp:coreProperties>
</file>