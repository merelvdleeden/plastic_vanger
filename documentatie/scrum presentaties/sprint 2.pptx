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9" r:id="rId4"/>
    <p:sldId id="260" r:id="rId5"/>
    <p:sldId id="266" r:id="rId6"/>
    <p:sldId id="261" r:id="rId7"/>
    <p:sldId id="262" r:id="rId8"/>
    <p:sldId id="265" r:id="rId9"/>
    <p:sldId id="264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E3BD4-3BC6-486B-84FA-4AF530612E72}" type="datetimeFigureOut">
              <a:rPr lang="nl-NL" smtClean="0"/>
              <a:t>7-10-2025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AC050-0D21-4421-9D3C-BFB696298AF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28183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E3BD4-3BC6-486B-84FA-4AF530612E72}" type="datetimeFigureOut">
              <a:rPr lang="nl-NL" smtClean="0"/>
              <a:t>7-10-2025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AC050-0D21-4421-9D3C-BFB696298AF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41416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E3BD4-3BC6-486B-84FA-4AF530612E72}" type="datetimeFigureOut">
              <a:rPr lang="nl-NL" smtClean="0"/>
              <a:t>7-10-2025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AC050-0D21-4421-9D3C-BFB696298AF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61354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E3BD4-3BC6-486B-84FA-4AF530612E72}" type="datetimeFigureOut">
              <a:rPr lang="nl-NL" smtClean="0"/>
              <a:t>7-10-2025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AC050-0D21-4421-9D3C-BFB696298AF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87744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E3BD4-3BC6-486B-84FA-4AF530612E72}" type="datetimeFigureOut">
              <a:rPr lang="nl-NL" smtClean="0"/>
              <a:t>7-10-2025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AC050-0D21-4421-9D3C-BFB696298AF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0556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E3BD4-3BC6-486B-84FA-4AF530612E72}" type="datetimeFigureOut">
              <a:rPr lang="nl-NL" smtClean="0"/>
              <a:t>7-10-2025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AC050-0D21-4421-9D3C-BFB696298AF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70107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E3BD4-3BC6-486B-84FA-4AF530612E72}" type="datetimeFigureOut">
              <a:rPr lang="nl-NL" smtClean="0"/>
              <a:t>7-10-2025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AC050-0D21-4421-9D3C-BFB696298AF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00202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E3BD4-3BC6-486B-84FA-4AF530612E72}" type="datetimeFigureOut">
              <a:rPr lang="nl-NL" smtClean="0"/>
              <a:t>7-10-2025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AC050-0D21-4421-9D3C-BFB696298AF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39227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AC050-0D21-4421-9D3C-BFB696298AF5}" type="slidenum">
              <a:rPr lang="nl-NL" smtClean="0"/>
              <a:t>‹nr.›</a:t>
            </a:fld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E3BD4-3BC6-486B-84FA-4AF530612E72}" type="datetimeFigureOut">
              <a:rPr lang="nl-NL" smtClean="0"/>
              <a:t>7-10-2025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4423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E3BD4-3BC6-486B-84FA-4AF530612E72}" type="datetimeFigureOut">
              <a:rPr lang="nl-NL" smtClean="0"/>
              <a:t>7-10-2025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AC050-0D21-4421-9D3C-BFB696298AF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89705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eraat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E3BD4-3BC6-486B-84FA-4AF530612E72}" type="datetimeFigureOut">
              <a:rPr lang="nl-NL" smtClean="0"/>
              <a:t>7-10-2025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AC050-0D21-4421-9D3C-BFB696298AF5}" type="slidenum">
              <a:rPr lang="nl-NL" smtClean="0"/>
              <a:t>‹nr.›</a:t>
            </a:fld>
            <a:endParaRPr lang="nl-N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170100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E3BD4-3BC6-486B-84FA-4AF530612E72}" type="datetimeFigureOut">
              <a:rPr lang="nl-NL" smtClean="0"/>
              <a:t>7-10-2025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AC050-0D21-4421-9D3C-BFB696298AF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463048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ferte 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E3BD4-3BC6-486B-84FA-4AF530612E72}" type="datetimeFigureOut">
              <a:rPr lang="nl-NL" smtClean="0"/>
              <a:t>7-10-2025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AC050-0D21-4421-9D3C-BFB696298AF5}" type="slidenum">
              <a:rPr lang="nl-NL" smtClean="0"/>
              <a:t>‹nr.›</a:t>
            </a:fld>
            <a:endParaRPr lang="nl-N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392530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ar of onwa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E3BD4-3BC6-486B-84FA-4AF530612E72}" type="datetimeFigureOut">
              <a:rPr lang="nl-NL" smtClean="0"/>
              <a:t>7-10-2025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AC050-0D21-4421-9D3C-BFB696298AF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74629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E3BD4-3BC6-486B-84FA-4AF530612E72}" type="datetimeFigureOut">
              <a:rPr lang="nl-NL" smtClean="0"/>
              <a:t>7-10-2025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AC050-0D21-4421-9D3C-BFB696298AF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379340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E3BD4-3BC6-486B-84FA-4AF530612E72}" type="datetimeFigureOut">
              <a:rPr lang="nl-NL" smtClean="0"/>
              <a:t>7-10-2025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AC050-0D21-4421-9D3C-BFB696298AF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91181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E3BD4-3BC6-486B-84FA-4AF530612E72}" type="datetimeFigureOut">
              <a:rPr lang="nl-NL" smtClean="0"/>
              <a:t>7-10-2025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0DAC050-0D21-4421-9D3C-BFB696298AF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07110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A0BD3E-0DCD-77DF-F110-34B4317236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Plastic Vanger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47F00CFF-9B67-D9D8-BB9D-03EB301D7C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pPr algn="l"/>
            <a:r>
              <a:rPr lang="en-US" dirty="0"/>
              <a:t>Merel van der Leeden</a:t>
            </a:r>
          </a:p>
          <a:p>
            <a:pPr algn="l"/>
            <a:r>
              <a:rPr lang="en-US" dirty="0"/>
              <a:t>Aron </a:t>
            </a:r>
            <a:r>
              <a:rPr lang="en-US" dirty="0" err="1"/>
              <a:t>Vleij</a:t>
            </a:r>
            <a:endParaRPr lang="en-US" dirty="0"/>
          </a:p>
          <a:p>
            <a:pPr algn="l"/>
            <a:r>
              <a:rPr lang="en-US" dirty="0"/>
              <a:t>Pavlo </a:t>
            </a:r>
            <a:r>
              <a:rPr lang="en-US" dirty="0" err="1"/>
              <a:t>Petraschkevych</a:t>
            </a:r>
            <a:endParaRPr lang="en-US" dirty="0"/>
          </a:p>
          <a:p>
            <a:pPr algn="l"/>
            <a:r>
              <a:rPr lang="en-US" dirty="0"/>
              <a:t>Jullian Lima Spencer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72439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BCD10A-866D-AA76-808C-73012CD73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Inleiding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A45479C-6BB7-1888-3F1B-A1FA3CAC8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Vorige</a:t>
            </a:r>
            <a:r>
              <a:rPr lang="en-US" dirty="0"/>
              <a:t> sprint</a:t>
            </a:r>
          </a:p>
          <a:p>
            <a:r>
              <a:rPr lang="en-US" dirty="0" err="1"/>
              <a:t>Locatie</a:t>
            </a:r>
            <a:r>
              <a:rPr lang="en-US" dirty="0"/>
              <a:t> </a:t>
            </a:r>
          </a:p>
          <a:p>
            <a:r>
              <a:rPr lang="en-US" dirty="0" err="1"/>
              <a:t>Architectuur</a:t>
            </a:r>
            <a:r>
              <a:rPr lang="en-US" dirty="0"/>
              <a:t> </a:t>
            </a:r>
            <a:r>
              <a:rPr lang="en-US" dirty="0" err="1"/>
              <a:t>ontwerp</a:t>
            </a:r>
            <a:endParaRPr lang="en-US" dirty="0"/>
          </a:p>
          <a:p>
            <a:r>
              <a:rPr lang="en-US" dirty="0" err="1"/>
              <a:t>Zelfvoorziening</a:t>
            </a:r>
            <a:endParaRPr lang="en-US" dirty="0"/>
          </a:p>
          <a:p>
            <a:r>
              <a:rPr lang="en-US" dirty="0" err="1"/>
              <a:t>Mogelijkheid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afstand</a:t>
            </a:r>
            <a:r>
              <a:rPr lang="en-US" dirty="0"/>
              <a:t> </a:t>
            </a:r>
            <a:r>
              <a:rPr lang="en-US" dirty="0" err="1"/>
              <a:t>bestuurbaar</a:t>
            </a:r>
            <a:endParaRPr lang="en-US" dirty="0"/>
          </a:p>
          <a:p>
            <a:r>
              <a:rPr lang="en-US" dirty="0"/>
              <a:t>Sprint 3</a:t>
            </a:r>
          </a:p>
          <a:p>
            <a:r>
              <a:rPr lang="en-US" dirty="0"/>
              <a:t>Retrospective </a:t>
            </a:r>
          </a:p>
          <a:p>
            <a:endParaRPr lang="en-US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06567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81B8C2-595A-32C4-05CD-8B319B819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Vorige</a:t>
            </a:r>
            <a:r>
              <a:rPr lang="en-US" dirty="0"/>
              <a:t> sprint 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FE6AC46-470A-29B4-9698-0358DAB09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Samenvatting</a:t>
            </a:r>
            <a:endParaRPr lang="nl-NL" dirty="0"/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121F01DD-ED26-4FD5-E0BB-80C728C486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33386"/>
              </p:ext>
            </p:extLst>
          </p:nvPr>
        </p:nvGraphicFramePr>
        <p:xfrm>
          <a:off x="3575664" y="609600"/>
          <a:ext cx="8128000" cy="521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51550311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1416530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 story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taken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6769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10. </a:t>
                      </a:r>
                      <a:r>
                        <a:rPr lang="nl-NL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Ik wil dat de microcontroller de motor kan aansturen op basis van de data.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 </a:t>
                      </a:r>
                      <a:r>
                        <a:rPr lang="nl-NL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Ik wil dat de motor altijd minimaal draait zodat we geen energie verspillen en zo veel mogelijk plastic in de plastic vanger terecht komt.</a:t>
                      </a:r>
                      <a:endParaRPr lang="nl-NL" sz="16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10.1/12.1 Bestudeer de verkregen motorprestatiegegevens</a:t>
                      </a:r>
                    </a:p>
                    <a:p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595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15. </a:t>
                      </a:r>
                      <a:r>
                        <a:rPr lang="nl-NL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Ik wil de het weerstation altijd werkt ook al heeft hij geen stroomtoevoer.</a:t>
                      </a:r>
                    </a:p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15.1 Onderzoek wat is de opties van zelfvoorziening.</a:t>
                      </a:r>
                    </a:p>
                    <a:p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370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14. </a:t>
                      </a:r>
                      <a:r>
                        <a:rPr lang="nl-NL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Ik wil in noodgevallen de motor van afstand kunnen aansturen of uitzetten.</a:t>
                      </a:r>
                      <a:endParaRPr lang="nl-NL" sz="1800" b="1" dirty="0"/>
                    </a:p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14.1 Onderzoek wat is de beste optie app of website.</a:t>
                      </a:r>
                    </a:p>
                    <a:p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291728"/>
                  </a:ext>
                </a:extLst>
              </a:tr>
            </a:tbl>
          </a:graphicData>
        </a:graphic>
      </p:graphicFrame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64FBAADC-190E-95BA-E065-CF339A971F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462328"/>
              </p:ext>
            </p:extLst>
          </p:nvPr>
        </p:nvGraphicFramePr>
        <p:xfrm>
          <a:off x="3575664" y="5826760"/>
          <a:ext cx="812800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13850621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3792125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Sensoren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onderzoeksverslag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versie</a:t>
                      </a:r>
                      <a:r>
                        <a:rPr lang="en-US" dirty="0"/>
                        <a:t> 2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4028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241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2CC5F2-3ED0-DC6A-F115-98F9E6B0B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Locatie </a:t>
            </a:r>
            <a:endParaRPr lang="nl-NL" dirty="0"/>
          </a:p>
        </p:txBody>
      </p:sp>
      <p:pic>
        <p:nvPicPr>
          <p:cNvPr id="5" name="Tijdelijke aanduiding voor inhoud 4" descr="Afbeelding met buitenshuis, gebouw, stad, straat&#10;&#10;Door AI gegenereerde inhoud is mogelijk onjuist.">
            <a:extLst>
              <a:ext uri="{FF2B5EF4-FFF2-40B4-BE49-F238E27FC236}">
                <a16:creationId xmlns:a16="http://schemas.microsoft.com/office/drawing/2014/main" id="{EE223289-C081-D500-F3E8-D4D8980BE5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911" y="1718650"/>
            <a:ext cx="6962423" cy="3925066"/>
          </a:xfr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827073CD-75B9-53F9-0D11-08182D2D3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512" y="1675951"/>
            <a:ext cx="5245488" cy="409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268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0E4897-9E19-1AED-07AB-3F4C43267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Architectuur</a:t>
            </a:r>
            <a:r>
              <a:rPr lang="en-US" dirty="0"/>
              <a:t> </a:t>
            </a:r>
            <a:r>
              <a:rPr lang="en-US" dirty="0" err="1"/>
              <a:t>ontwerp</a:t>
            </a:r>
            <a:endParaRPr lang="nl-NL" dirty="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B7657CA4-32C1-EA05-50EC-9C18414936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690" y="2874858"/>
            <a:ext cx="8596312" cy="1741697"/>
          </a:xfrm>
        </p:spPr>
      </p:pic>
    </p:spTree>
    <p:extLst>
      <p:ext uri="{BB962C8B-B14F-4D97-AF65-F5344CB8AC3E}">
        <p14:creationId xmlns:p14="http://schemas.microsoft.com/office/powerpoint/2010/main" val="4205403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A846E5-8F54-26D1-2B42-3136CF33F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Zelfvoorziening</a:t>
            </a:r>
            <a:r>
              <a:rPr lang="en-US" dirty="0"/>
              <a:t> 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4734733-C54C-E714-43D9-2DB173C4B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33878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ED1C4F-D3BD-D9CC-A5BA-4A7BDC0AD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Mogelijkheid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afstand</a:t>
            </a:r>
            <a:r>
              <a:rPr lang="en-US" dirty="0"/>
              <a:t> </a:t>
            </a:r>
            <a:r>
              <a:rPr lang="en-US" dirty="0" err="1"/>
              <a:t>bestuurbaar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494A348-217D-2A0A-5D7E-EDE252850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SSH</a:t>
            </a:r>
          </a:p>
          <a:p>
            <a:pPr lvl="1"/>
            <a:r>
              <a:rPr lang="en-US" dirty="0"/>
              <a:t>Terminal </a:t>
            </a:r>
          </a:p>
          <a:p>
            <a:pPr lvl="2"/>
            <a:r>
              <a:rPr lang="en-US" dirty="0"/>
              <a:t>Command prompts </a:t>
            </a:r>
          </a:p>
          <a:p>
            <a:r>
              <a:rPr lang="en-US" dirty="0"/>
              <a:t>VNC</a:t>
            </a:r>
          </a:p>
          <a:p>
            <a:pPr lvl="1"/>
            <a:r>
              <a:rPr lang="en-US" dirty="0"/>
              <a:t>Terminal </a:t>
            </a:r>
          </a:p>
          <a:p>
            <a:pPr lvl="2"/>
            <a:r>
              <a:rPr lang="en-US" dirty="0"/>
              <a:t>Command prompts</a:t>
            </a:r>
          </a:p>
          <a:p>
            <a:pPr lvl="1"/>
            <a:r>
              <a:rPr lang="en-US" dirty="0"/>
              <a:t>GUI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29552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86B93D-22A1-F817-D2B7-97807C0B0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Sensoren</a:t>
            </a:r>
            <a:r>
              <a:rPr lang="en-US" dirty="0"/>
              <a:t> </a:t>
            </a:r>
            <a:r>
              <a:rPr lang="en-US" dirty="0" err="1"/>
              <a:t>onderzoeksverslag</a:t>
            </a:r>
            <a:r>
              <a:rPr lang="en-US" dirty="0"/>
              <a:t> </a:t>
            </a:r>
            <a:r>
              <a:rPr lang="en-US" dirty="0" err="1"/>
              <a:t>versie</a:t>
            </a:r>
            <a:r>
              <a:rPr lang="en-US" dirty="0"/>
              <a:t> 2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E38A196-9B47-F3A1-5D13-8C711A15F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27199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F3E789-4958-FB30-6DE8-B3A827246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3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094B5A9-65E1-FF2F-37F2-9CF09C971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probleem</a:t>
            </a:r>
            <a:r>
              <a:rPr lang="en-US" dirty="0"/>
              <a:t> </a:t>
            </a:r>
            <a:r>
              <a:rPr lang="en-US" dirty="0" err="1"/>
              <a:t>opstelling</a:t>
            </a:r>
            <a:endParaRPr lang="en-US" dirty="0"/>
          </a:p>
          <a:p>
            <a:r>
              <a:rPr lang="en-US" dirty="0"/>
              <a:t>Test plan</a:t>
            </a:r>
          </a:p>
          <a:p>
            <a:r>
              <a:rPr lang="en-US" dirty="0" err="1"/>
              <a:t>Literatuur</a:t>
            </a:r>
            <a:r>
              <a:rPr lang="en-US" dirty="0"/>
              <a:t> </a:t>
            </a:r>
            <a:r>
              <a:rPr lang="en-US" dirty="0" err="1"/>
              <a:t>onderzoek</a:t>
            </a:r>
            <a:r>
              <a:rPr lang="en-US" dirty="0"/>
              <a:t> workshop </a:t>
            </a:r>
            <a:r>
              <a:rPr lang="en-US" dirty="0" err="1"/>
              <a:t>voorbereiden</a:t>
            </a:r>
            <a:endParaRPr lang="en-US" dirty="0"/>
          </a:p>
          <a:p>
            <a:r>
              <a:rPr lang="en-US" dirty="0"/>
              <a:t>User story: </a:t>
            </a:r>
            <a:r>
              <a:rPr lang="nl-NL" dirty="0">
                <a:solidFill>
                  <a:schemeClr val="dk1"/>
                </a:solidFill>
              </a:rPr>
              <a:t>7.Het weerstation is bestendig tegen water en extreem weer.</a:t>
            </a:r>
            <a:endParaRPr lang="nl-NL" dirty="0"/>
          </a:p>
          <a:p>
            <a:pPr lvl="1"/>
            <a:r>
              <a:rPr lang="nl-NL" dirty="0"/>
              <a:t>Taak: </a:t>
            </a:r>
            <a:r>
              <a:rPr lang="nl-NL" dirty="0">
                <a:solidFill>
                  <a:schemeClr val="dk1"/>
                </a:solidFill>
              </a:rPr>
              <a:t>7.1 Onderzoek waterdichte en stevig in extreem weer behuizingen.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39585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ED3385-1D28-EB81-A35C-6379B543D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retrospective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74C2EF4-1F16-2D0E-69AB-020FACB88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Aron is </a:t>
            </a:r>
            <a:r>
              <a:rPr lang="en-US" dirty="0" err="1"/>
              <a:t>terug</a:t>
            </a:r>
            <a:endParaRPr lang="en-US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1399895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45</TotalTime>
  <Words>199</Words>
  <Application>Microsoft Office PowerPoint</Application>
  <PresentationFormat>Breedbeeld</PresentationFormat>
  <Paragraphs>45</Paragraphs>
  <Slides>10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Plastic Vanger</vt:lpstr>
      <vt:lpstr>Inleiding</vt:lpstr>
      <vt:lpstr>Vorige sprint </vt:lpstr>
      <vt:lpstr>Locatie </vt:lpstr>
      <vt:lpstr>Architectuur ontwerp</vt:lpstr>
      <vt:lpstr>Zelfvoorziening </vt:lpstr>
      <vt:lpstr>Mogelijkheid voor afstand bestuurbaar</vt:lpstr>
      <vt:lpstr>Sensoren onderzoeksverslag versie 2</vt:lpstr>
      <vt:lpstr>Sprint 3</vt:lpstr>
      <vt:lpstr>retrospective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Merel van der Leeden (1103194)</dc:creator>
  <cp:lastModifiedBy>Merel van der Leeden (1103194)</cp:lastModifiedBy>
  <cp:revision>1</cp:revision>
  <dcterms:created xsi:type="dcterms:W3CDTF">2025-10-07T08:06:31Z</dcterms:created>
  <dcterms:modified xsi:type="dcterms:W3CDTF">2025-10-07T08:51:39Z</dcterms:modified>
</cp:coreProperties>
</file>