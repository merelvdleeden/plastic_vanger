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8945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3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0472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8367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3739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57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56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781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6447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1580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959533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0923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58448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02553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64794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756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FAC342-9467-4EF1-BE59-841E266529DF}" type="datetimeFigureOut">
              <a:rPr lang="nl-NL" smtClean="0"/>
              <a:t>19-9-2025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938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DB32CA-9AAC-368D-315D-BEBBC0C41E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3D459B-7EA7-14E0-5E8C-5F9B9B030D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5793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3BA373-9A32-3203-8572-C340FF0B0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76293F-A820-B584-6C70-F6C56728A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</a:t>
            </a:r>
            <a:r>
              <a:rPr lang="nl-NL" dirty="0" err="1"/>
              <a:t>nderzoek</a:t>
            </a:r>
            <a:r>
              <a:rPr lang="nl-NL" dirty="0"/>
              <a:t> naar sensoren</a:t>
            </a:r>
          </a:p>
          <a:p>
            <a:r>
              <a:rPr lang="nl-NL" dirty="0"/>
              <a:t>Onderzoek naar micro controller</a:t>
            </a:r>
          </a:p>
          <a:p>
            <a:r>
              <a:rPr lang="nl-NL" dirty="0"/>
              <a:t>Sprint 2</a:t>
            </a:r>
          </a:p>
          <a:p>
            <a:r>
              <a:rPr lang="nl-NL" dirty="0" err="1"/>
              <a:t>retrospective</a:t>
            </a:r>
            <a:endParaRPr lang="nl-NL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569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C2D427-EDA4-B89F-F0C0-DAB761ABE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5222281" cy="1320800"/>
          </a:xfrm>
        </p:spPr>
        <p:txBody>
          <a:bodyPr>
            <a:normAutofit/>
          </a:bodyPr>
          <a:lstStyle/>
          <a:p>
            <a:r>
              <a:rPr lang="en-US" dirty="0" err="1"/>
              <a:t>Onderzoek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</a:t>
            </a:r>
            <a:r>
              <a:rPr lang="en-US" dirty="0" err="1"/>
              <a:t>sensoren</a:t>
            </a:r>
            <a:endParaRPr lang="nl-NL" dirty="0"/>
          </a:p>
        </p:txBody>
      </p:sp>
      <p:sp>
        <p:nvSpPr>
          <p:cNvPr id="33" name="Isosceles Triangle 8">
            <a:extLst>
              <a:ext uri="{FF2B5EF4-FFF2-40B4-BE49-F238E27FC236}">
                <a16:creationId xmlns:a16="http://schemas.microsoft.com/office/drawing/2014/main" id="{E7038D70-4165-4B7C-81B1-689029C47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E5128FD-6A1D-F470-1760-0C9B7F14C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01" y="2160589"/>
            <a:ext cx="5211607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err="1"/>
              <a:t>Onderzoeksverslag</a:t>
            </a:r>
            <a:r>
              <a:rPr lang="en-US" sz="1700"/>
              <a:t> is </a:t>
            </a:r>
            <a:r>
              <a:rPr lang="en-US" sz="1700" err="1"/>
              <a:t>geschreven</a:t>
            </a: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in </a:t>
            </a:r>
            <a:r>
              <a:rPr lang="en-US" sz="1700" err="1"/>
              <a:t>overleg</a:t>
            </a:r>
            <a:r>
              <a:rPr lang="en-US" sz="1700"/>
              <a:t> met de </a:t>
            </a:r>
            <a:r>
              <a:rPr lang="en-US" sz="1700" err="1"/>
              <a:t>productowner</a:t>
            </a:r>
            <a:endParaRPr lang="en-US" sz="1700"/>
          </a:p>
          <a:p>
            <a:pPr marL="0" indent="0">
              <a:lnSpc>
                <a:spcPct val="90000"/>
              </a:lnSpc>
              <a:buNone/>
            </a:pP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User story:</a:t>
            </a:r>
          </a:p>
          <a:p>
            <a:pPr>
              <a:lnSpc>
                <a:spcPct val="90000"/>
              </a:lnSpc>
            </a:pPr>
            <a:r>
              <a:rPr lang="en-US" sz="1700"/>
              <a:t>1.</a:t>
            </a:r>
            <a:r>
              <a:rPr lang="nl-NL" sz="1700"/>
              <a:t> Ik wil dat er een sensor is die de windsnelheid meet zodat ik de data van de windsnelheid kan krijgen.</a:t>
            </a:r>
          </a:p>
          <a:p>
            <a:pPr>
              <a:lnSpc>
                <a:spcPct val="90000"/>
              </a:lnSpc>
            </a:pPr>
            <a:r>
              <a:rPr lang="nl-NL" sz="1700"/>
              <a:t>Taken: </a:t>
            </a:r>
          </a:p>
          <a:p>
            <a:pPr>
              <a:lnSpc>
                <a:spcPct val="90000"/>
              </a:lnSpc>
            </a:pPr>
            <a:r>
              <a:rPr lang="nl-NL" sz="1700"/>
              <a:t>1.1 Onderzoek de opties van de windsnelheid sensoren.</a:t>
            </a:r>
          </a:p>
          <a:p>
            <a:pPr>
              <a:lnSpc>
                <a:spcPct val="90000"/>
              </a:lnSpc>
            </a:pPr>
            <a:r>
              <a:rPr lang="nl-NL" sz="1700"/>
              <a:t>1.2 Schrijf het onderzoekverslag over windsnelheid sensoren.</a:t>
            </a:r>
          </a:p>
          <a:p>
            <a:pPr>
              <a:lnSpc>
                <a:spcPct val="90000"/>
              </a:lnSpc>
            </a:pPr>
            <a:endParaRPr lang="en-US" sz="170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2D34B1E3-DB95-7053-91F8-E96E4D966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41" r="-6" b="1117"/>
          <a:stretch>
            <a:fillRect/>
          </a:stretch>
        </p:blipFill>
        <p:spPr>
          <a:xfrm>
            <a:off x="6129405" y="715493"/>
            <a:ext cx="3144597" cy="2601747"/>
          </a:xfrm>
          <a:prstGeom prst="rect">
            <a:avLst/>
          </a:prstGeom>
        </p:spPr>
      </p:pic>
      <p:pic>
        <p:nvPicPr>
          <p:cNvPr id="6" name="drawing" descr="Anemometer / windsnelheidsmeter">
            <a:extLst>
              <a:ext uri="{FF2B5EF4-FFF2-40B4-BE49-F238E27FC236}">
                <a16:creationId xmlns:a16="http://schemas.microsoft.com/office/drawing/2014/main" id="{83B40DC0-6F21-328F-7BD5-F16484EAA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433" r="-6" b="5825"/>
          <a:stretch>
            <a:fillRect/>
          </a:stretch>
        </p:blipFill>
        <p:spPr>
          <a:xfrm>
            <a:off x="6129405" y="3439947"/>
            <a:ext cx="3144597" cy="260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957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1C2364-5641-CF98-3D3E-BDABD2166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0" y="609600"/>
            <a:ext cx="2930518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err="1"/>
              <a:t>Onderzoek</a:t>
            </a:r>
            <a:r>
              <a:rPr lang="en-US" sz="2800"/>
              <a:t> </a:t>
            </a:r>
            <a:r>
              <a:rPr lang="en-US" sz="2800" err="1"/>
              <a:t>naar</a:t>
            </a:r>
            <a:r>
              <a:rPr lang="en-US" sz="2800"/>
              <a:t> micro controller</a:t>
            </a:r>
            <a:endParaRPr lang="nl-NL" sz="280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B81107-617C-6C59-4A31-B3A332ABC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0" y="2160589"/>
            <a:ext cx="3530876" cy="4161553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Onderzoeksverslag</a:t>
            </a:r>
            <a:r>
              <a:rPr lang="en-US" dirty="0"/>
              <a:t> is </a:t>
            </a:r>
            <a:r>
              <a:rPr lang="en-US" dirty="0" err="1"/>
              <a:t>geschreven</a:t>
            </a:r>
            <a:endParaRPr lang="en-US" dirty="0"/>
          </a:p>
          <a:p>
            <a:r>
              <a:rPr lang="en-US" dirty="0"/>
              <a:t>In </a:t>
            </a:r>
            <a:r>
              <a:rPr lang="en-US" dirty="0" err="1"/>
              <a:t>overleg</a:t>
            </a:r>
            <a:r>
              <a:rPr lang="en-US" dirty="0"/>
              <a:t> met de product owner</a:t>
            </a:r>
          </a:p>
          <a:p>
            <a:endParaRPr lang="en-US" dirty="0"/>
          </a:p>
          <a:p>
            <a:r>
              <a:rPr lang="en-US" dirty="0"/>
              <a:t>User story:</a:t>
            </a:r>
          </a:p>
          <a:p>
            <a:r>
              <a:rPr lang="nl-NL" dirty="0"/>
              <a:t>11. Ik wil dat het weerstation via een microcontroller </a:t>
            </a:r>
            <a:r>
              <a:rPr lang="nl-NL" dirty="0" err="1"/>
              <a:t>aanstuurbaar</a:t>
            </a:r>
            <a:r>
              <a:rPr lang="nl-NL" dirty="0"/>
              <a:t> kan zijn.</a:t>
            </a:r>
          </a:p>
          <a:p>
            <a:r>
              <a:rPr lang="en-US" dirty="0"/>
              <a:t>Taken:</a:t>
            </a:r>
          </a:p>
          <a:p>
            <a:r>
              <a:rPr lang="nl-NL" dirty="0"/>
              <a:t>11.1 Onderzoek de opties van microcontrollers.</a:t>
            </a:r>
          </a:p>
          <a:p>
            <a:r>
              <a:rPr lang="nl-NL" dirty="0"/>
              <a:t>11.2 Schrijf het onderzoekverslag van microcontrollers.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00A8B24A-1647-AF63-CF5B-B46E0E5B9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484" y="609600"/>
            <a:ext cx="2075000" cy="2075000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09C14804-DA71-1B66-4304-D7DE3B9D68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10" r="-1" b="14247"/>
          <a:stretch>
            <a:fillRect/>
          </a:stretch>
        </p:blipFill>
        <p:spPr>
          <a:xfrm>
            <a:off x="6677718" y="685927"/>
            <a:ext cx="2596281" cy="1922345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AAF283D3-6AC9-3ABB-7B9D-BD20619532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"/>
          <a:stretch>
            <a:fillRect/>
          </a:stretch>
        </p:blipFill>
        <p:spPr>
          <a:xfrm>
            <a:off x="4437256" y="2910558"/>
            <a:ext cx="4252327" cy="3130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20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DB925-98FC-84D9-EF9F-BE9D343EC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2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285144-27BD-6410-BA01-51F26F347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33607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636FC9-F074-6C8A-374C-D56C55FA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36BF950-6A1D-5419-EA60-0E4FE83A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9360383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21</TotalTime>
  <Words>130</Words>
  <Application>Microsoft Office PowerPoint</Application>
  <PresentationFormat>Breedbeeld</PresentationFormat>
  <Paragraphs>30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10" baseType="lpstr">
      <vt:lpstr>Arial</vt:lpstr>
      <vt:lpstr>Trebuchet MS</vt:lpstr>
      <vt:lpstr>Wingdings 3</vt:lpstr>
      <vt:lpstr>Facet</vt:lpstr>
      <vt:lpstr>Plastic vanger</vt:lpstr>
      <vt:lpstr>Inleiding</vt:lpstr>
      <vt:lpstr>Onderzoek naar sensoren</vt:lpstr>
      <vt:lpstr>Onderzoek naar micro controller</vt:lpstr>
      <vt:lpstr>Sprint 2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1</cp:revision>
  <dcterms:created xsi:type="dcterms:W3CDTF">2025-09-19T12:57:49Z</dcterms:created>
  <dcterms:modified xsi:type="dcterms:W3CDTF">2025-09-19T13:19:30Z</dcterms:modified>
</cp:coreProperties>
</file>