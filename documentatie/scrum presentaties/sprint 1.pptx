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2" r:id="rId4"/>
    <p:sldId id="263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894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3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047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836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739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57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5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81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64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15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595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0923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58448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0255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64794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56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938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B32CA-9AAC-368D-315D-BEBBC0C41E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3D459B-7EA7-14E0-5E8C-5F9B9B030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793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BA373-9A32-3203-8572-C340FF0B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76293F-A820-B584-6C70-F6C56728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Gesprek met de product </a:t>
            </a:r>
            <a:r>
              <a:rPr lang="nl-NL" dirty="0" err="1"/>
              <a:t>owner</a:t>
            </a:r>
            <a:endParaRPr lang="nl-NL" dirty="0"/>
          </a:p>
          <a:p>
            <a:r>
              <a:rPr lang="nl-NL" dirty="0"/>
              <a:t>Onderzoek naar sensoren</a:t>
            </a:r>
          </a:p>
          <a:p>
            <a:r>
              <a:rPr lang="nl-NL" dirty="0"/>
              <a:t>Onderzoek naar micro controller</a:t>
            </a:r>
          </a:p>
          <a:p>
            <a:r>
              <a:rPr lang="nl-NL" dirty="0"/>
              <a:t>Sprint 2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569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DC8E8-02C7-CA06-DC51-1668982B7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 err="1"/>
              <a:t>Gesprek</a:t>
            </a:r>
            <a:r>
              <a:rPr lang="en-US" dirty="0"/>
              <a:t> met product owner</a:t>
            </a:r>
            <a:endParaRPr lang="nl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DA4438D-7104-8BA3-6B01-D81D3D9D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957349" cy="3880773"/>
          </a:xfrm>
        </p:spPr>
        <p:txBody>
          <a:bodyPr>
            <a:normAutofit/>
          </a:bodyPr>
          <a:lstStyle/>
          <a:p>
            <a:r>
              <a:rPr lang="en-US" dirty="0" err="1"/>
              <a:t>Uitleg</a:t>
            </a:r>
            <a:r>
              <a:rPr lang="en-US" dirty="0"/>
              <a:t> </a:t>
            </a:r>
            <a:r>
              <a:rPr lang="en-US" dirty="0" err="1"/>
              <a:t>gekregen</a:t>
            </a:r>
            <a:r>
              <a:rPr lang="en-US" dirty="0"/>
              <a:t> over hoe het system </a:t>
            </a:r>
            <a:r>
              <a:rPr lang="en-US" dirty="0" err="1"/>
              <a:t>werkt</a:t>
            </a:r>
            <a:endParaRPr lang="en-US" dirty="0"/>
          </a:p>
          <a:p>
            <a:endParaRPr lang="en-US" dirty="0"/>
          </a:p>
        </p:txBody>
      </p:sp>
      <p:pic>
        <p:nvPicPr>
          <p:cNvPr id="5" name="Tijdelijke aanduiding voor inhoud 4" descr="Afbeelding met buitenshuis, gebouw, meer, water&#10;&#10;Door AI gegenereerde inhoud is mogelijk onjuist.">
            <a:extLst>
              <a:ext uri="{FF2B5EF4-FFF2-40B4-BE49-F238E27FC236}">
                <a16:creationId xmlns:a16="http://schemas.microsoft.com/office/drawing/2014/main" id="{BB94B75D-87A4-DFA8-DB72-0AA0B49EE8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10" r="-2" b="-2"/>
          <a:stretch>
            <a:fillRect/>
          </a:stretch>
        </p:blipFill>
        <p:spPr>
          <a:xfrm>
            <a:off x="5056949" y="1296099"/>
            <a:ext cx="6078411" cy="53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78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DFBBA17-68C1-41F9-89F3-78F3F2DB9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3054DDBF-C387-4540-A45A-F9BEB040C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BD859CE-CE14-4780-AE18-EAE4B3284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B8A132-768E-483C-A30F-37EB64E04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F81F31DC-17B7-43F3-B8DB-CA79E1A1E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66612D03-B350-4569-BA9B-D1E1F914A5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C382562E-51EA-49FC-9CA9-9E3E9FCFA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F202B3CB-9607-4519-9EB5-286A461D8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8635CEA0-18EC-41D7-BFAE-B45A7669C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FC79C36B-0CF0-4AA7-A3BF-42D6B93173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1D6C24F4-F8D2-44C2-8CFA-D14C5561D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71A406-3CB7-4E4D-B434-24E6AA4F3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1772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7" name="Afbeelding 6" descr="Afbeelding met buitenshuis, water, meer, grond&#10;&#10;Door AI gegenereerde inhoud is mogelijk onjuist.">
            <a:extLst>
              <a:ext uri="{FF2B5EF4-FFF2-40B4-BE49-F238E27FC236}">
                <a16:creationId xmlns:a16="http://schemas.microsoft.com/office/drawing/2014/main" id="{4824E7CD-560B-8EC1-6E57-EE70CB576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29" r="2" b="2"/>
          <a:stretch>
            <a:fillRect/>
          </a:stretch>
        </p:blipFill>
        <p:spPr>
          <a:xfrm>
            <a:off x="20" y="3"/>
            <a:ext cx="6050260" cy="4091667"/>
          </a:xfrm>
          <a:prstGeom prst="rect">
            <a:avLst/>
          </a:prstGeom>
        </p:spPr>
      </p:pic>
      <p:pic>
        <p:nvPicPr>
          <p:cNvPr id="5" name="Tijdelijke aanduiding voor inhoud 4" descr="Afbeelding met water, meer, buitenshuis, vaarweg&#10;&#10;Door AI gegenereerde inhoud is mogelijk onjuist.">
            <a:extLst>
              <a:ext uri="{FF2B5EF4-FFF2-40B4-BE49-F238E27FC236}">
                <a16:creationId xmlns:a16="http://schemas.microsoft.com/office/drawing/2014/main" id="{60E992EA-9B2F-2A58-E761-8076E3BD8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6"/>
          <a:stretch>
            <a:fillRect/>
          </a:stretch>
        </p:blipFill>
        <p:spPr>
          <a:xfrm>
            <a:off x="6141719" y="-683"/>
            <a:ext cx="6050280" cy="409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607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2D427-EDA4-B89F-F0C0-DAB761AB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5222281" cy="1320800"/>
          </a:xfrm>
        </p:spPr>
        <p:txBody>
          <a:bodyPr>
            <a:normAutofit/>
          </a:bodyPr>
          <a:lstStyle/>
          <a:p>
            <a:r>
              <a:rPr lang="en-US" dirty="0" err="1"/>
              <a:t>Onderzoek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sensoren</a:t>
            </a:r>
            <a:endParaRPr lang="nl-NL" dirty="0"/>
          </a:p>
        </p:txBody>
      </p:sp>
      <p:sp>
        <p:nvSpPr>
          <p:cNvPr id="38" name="Isosceles Triangle 8">
            <a:extLst>
              <a:ext uri="{FF2B5EF4-FFF2-40B4-BE49-F238E27FC236}">
                <a16:creationId xmlns:a16="http://schemas.microsoft.com/office/drawing/2014/main" id="{E7038D70-4165-4B7C-81B1-689029C47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5128FD-6A1D-F470-1760-0C9B7F14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01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err="1"/>
              <a:t>Onderzoeksverslag</a:t>
            </a:r>
            <a:r>
              <a:rPr lang="en-US" sz="1700"/>
              <a:t> is </a:t>
            </a:r>
            <a:r>
              <a:rPr lang="en-US" sz="1700" err="1"/>
              <a:t>geschreven</a:t>
            </a: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in </a:t>
            </a:r>
            <a:r>
              <a:rPr lang="en-US" sz="1700" err="1"/>
              <a:t>overleg</a:t>
            </a:r>
            <a:r>
              <a:rPr lang="en-US" sz="1700"/>
              <a:t> met de </a:t>
            </a:r>
            <a:r>
              <a:rPr lang="en-US" sz="1700" err="1"/>
              <a:t>productowner</a:t>
            </a: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User story:</a:t>
            </a:r>
          </a:p>
          <a:p>
            <a:pPr>
              <a:lnSpc>
                <a:spcPct val="90000"/>
              </a:lnSpc>
            </a:pPr>
            <a:r>
              <a:rPr lang="en-US" sz="1700"/>
              <a:t>1.</a:t>
            </a:r>
            <a:r>
              <a:rPr lang="nl-NL" sz="1700"/>
              <a:t> Ik wil dat er een sensor is die de windsnelheid meet zodat ik de data van de windsnelheid kan krijgen.</a:t>
            </a:r>
          </a:p>
          <a:p>
            <a:pPr>
              <a:lnSpc>
                <a:spcPct val="90000"/>
              </a:lnSpc>
            </a:pPr>
            <a:r>
              <a:rPr lang="nl-NL" sz="1700"/>
              <a:t>Taken: </a:t>
            </a:r>
          </a:p>
          <a:p>
            <a:pPr>
              <a:lnSpc>
                <a:spcPct val="90000"/>
              </a:lnSpc>
            </a:pPr>
            <a:r>
              <a:rPr lang="nl-NL" sz="1700"/>
              <a:t>1.1 Onderzoek de opties van de windsnelheid sensoren.</a:t>
            </a:r>
          </a:p>
          <a:p>
            <a:pPr>
              <a:lnSpc>
                <a:spcPct val="90000"/>
              </a:lnSpc>
            </a:pPr>
            <a:r>
              <a:rPr lang="nl-NL" sz="1700"/>
              <a:t>1.2 Schrijf het onderzoekverslag over windsnelheid sensoren.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6129405" y="609600"/>
            <a:ext cx="3144597" cy="2601747"/>
          </a:xfrm>
          <a:prstGeom prst="rect">
            <a:avLst/>
          </a:prstGeom>
        </p:spPr>
      </p:pic>
      <p:pic>
        <p:nvPicPr>
          <p:cNvPr id="4" name="Afbeelding 3" descr="Afbeelding met gereedschap, Huishoudelijke ijzerwaren, overdekt, zwart-wit&#10;&#10;Door AI gegenereerde inhoud is mogelijk onjuist.">
            <a:extLst>
              <a:ext uri="{FF2B5EF4-FFF2-40B4-BE49-F238E27FC236}">
                <a16:creationId xmlns:a16="http://schemas.microsoft.com/office/drawing/2014/main" id="{8119C939-0554-70CE-36DB-11C69AB1D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3" r="4737" b="-4"/>
          <a:stretch>
            <a:fillRect/>
          </a:stretch>
        </p:blipFill>
        <p:spPr>
          <a:xfrm>
            <a:off x="6129405" y="3439947"/>
            <a:ext cx="3144597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5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err="1"/>
              <a:t>Onderzoek</a:t>
            </a:r>
            <a:r>
              <a:rPr lang="en-US" sz="2800"/>
              <a:t> </a:t>
            </a:r>
            <a:r>
              <a:rPr lang="en-US" sz="2800" err="1"/>
              <a:t>naar</a:t>
            </a:r>
            <a:r>
              <a:rPr lang="en-US" sz="2800"/>
              <a:t> micro controller</a:t>
            </a:r>
            <a:endParaRPr lang="nl-NL" sz="28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81107-617C-6C59-4A31-B3A332AB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0" y="2160589"/>
            <a:ext cx="3530876" cy="416155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Onderzoeksverslag</a:t>
            </a:r>
            <a:r>
              <a:rPr lang="en-US" dirty="0"/>
              <a:t> is </a:t>
            </a:r>
            <a:r>
              <a:rPr lang="en-US" dirty="0" err="1"/>
              <a:t>geschreven</a:t>
            </a:r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overleg</a:t>
            </a:r>
            <a:r>
              <a:rPr lang="en-US" dirty="0"/>
              <a:t> met de product owner</a:t>
            </a:r>
          </a:p>
          <a:p>
            <a:endParaRPr lang="en-US" dirty="0"/>
          </a:p>
          <a:p>
            <a:r>
              <a:rPr lang="en-US" dirty="0"/>
              <a:t>User story:</a:t>
            </a:r>
          </a:p>
          <a:p>
            <a:r>
              <a:rPr lang="nl-NL" dirty="0"/>
              <a:t>11. Ik wil dat het weerstation via een microcontroller </a:t>
            </a:r>
            <a:r>
              <a:rPr lang="nl-NL" dirty="0" err="1"/>
              <a:t>aanstuurbaar</a:t>
            </a:r>
            <a:r>
              <a:rPr lang="nl-NL" dirty="0"/>
              <a:t> kan zijn.</a:t>
            </a:r>
          </a:p>
          <a:p>
            <a:r>
              <a:rPr lang="en-US" dirty="0"/>
              <a:t>Taken:</a:t>
            </a:r>
          </a:p>
          <a:p>
            <a:r>
              <a:rPr lang="nl-NL" dirty="0"/>
              <a:t>11.1 Onderzoek de opties van microcontrollers.</a:t>
            </a:r>
          </a:p>
          <a:p>
            <a:r>
              <a:rPr lang="nl-NL" dirty="0"/>
              <a:t>11.2 Schrijf het onderzoekverslag van microcontrollers.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484" y="609600"/>
            <a:ext cx="2075000" cy="207500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6677718" y="685927"/>
            <a:ext cx="2596281" cy="192234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4437256" y="2910558"/>
            <a:ext cx="4252327" cy="313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DB925-98FC-84D9-EF9F-BE9D343EC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/>
              <a:t>Sprint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285144-27BD-6410-BA01-51F26F347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/>
          </a:bodyPr>
          <a:lstStyle/>
          <a:p>
            <a:r>
              <a:rPr lang="en-US" dirty="0" err="1"/>
              <a:t>Langdurige</a:t>
            </a:r>
            <a:r>
              <a:rPr lang="en-US" dirty="0"/>
              <a:t> planning </a:t>
            </a:r>
            <a:r>
              <a:rPr lang="en-US" dirty="0" err="1"/>
              <a:t>maken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Als de </a:t>
            </a:r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51D553B3-EACE-EF01-E458-E561A7BA7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669380"/>
              </p:ext>
            </p:extLst>
          </p:nvPr>
        </p:nvGraphicFramePr>
        <p:xfrm>
          <a:off x="4645613" y="899249"/>
          <a:ext cx="6861220" cy="56499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8891">
                  <a:extLst>
                    <a:ext uri="{9D8B030D-6E8A-4147-A177-3AD203B41FA5}">
                      <a16:colId xmlns:a16="http://schemas.microsoft.com/office/drawing/2014/main" val="4067886319"/>
                    </a:ext>
                  </a:extLst>
                </a:gridCol>
                <a:gridCol w="3322329">
                  <a:extLst>
                    <a:ext uri="{9D8B030D-6E8A-4147-A177-3AD203B41FA5}">
                      <a16:colId xmlns:a16="http://schemas.microsoft.com/office/drawing/2014/main" val="660744966"/>
                    </a:ext>
                  </a:extLst>
                </a:gridCol>
              </a:tblGrid>
              <a:tr h="349540">
                <a:tc>
                  <a:txBody>
                    <a:bodyPr/>
                    <a:lstStyle/>
                    <a:p>
                      <a:r>
                        <a:rPr lang="en-US" sz="1200"/>
                        <a:t>User story</a:t>
                      </a:r>
                      <a:endParaRPr lang="nl-NL" sz="120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taken</a:t>
                      </a:r>
                      <a:endParaRPr lang="nl-NL" sz="120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999946025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944690521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15.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232217019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r>
                        <a:rPr lang="en-US" sz="1600" b="1"/>
                        <a:t>14. </a:t>
                      </a: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600" b="1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sz="1600" b="1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77060708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2.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het er een sensor is om de windrichting te kunnen meten zodat ik de data van de windrichting kan krijgen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 Kalibeer de windrichting sensor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230054864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1.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Ik wil dat er een sensor is die de windsnelheid meet zodat ik de data van de windsnelheid kan krijgen.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 Kalibreer de windsnelheid sensor.</a:t>
                      </a:r>
                      <a:endParaRPr lang="nl-NL" sz="1600" b="1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87289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36FC9-F074-6C8A-374C-D56C55FA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6BF950-6A1D-5419-EA60-0E4FE83A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Cominucatie</a:t>
            </a:r>
            <a:r>
              <a:rPr lang="en-US" dirty="0"/>
              <a:t> -&gt; </a:t>
            </a:r>
            <a:r>
              <a:rPr lang="en-US" b="1" dirty="0"/>
              <a:t>++</a:t>
            </a:r>
          </a:p>
          <a:p>
            <a:r>
              <a:rPr lang="nl-NL" dirty="0"/>
              <a:t>Aanwezigheid -&gt; </a:t>
            </a:r>
            <a:r>
              <a:rPr lang="nl-NL" b="1" dirty="0"/>
              <a:t>+-</a:t>
            </a:r>
          </a:p>
          <a:p>
            <a:r>
              <a:rPr lang="nl-NL" dirty="0"/>
              <a:t>Te laat komen -&gt; </a:t>
            </a:r>
            <a:r>
              <a:rPr lang="nl-NL" b="1" dirty="0"/>
              <a:t>+-</a:t>
            </a:r>
          </a:p>
        </p:txBody>
      </p:sp>
    </p:spTree>
    <p:extLst>
      <p:ext uri="{BB962C8B-B14F-4D97-AF65-F5344CB8AC3E}">
        <p14:creationId xmlns:p14="http://schemas.microsoft.com/office/powerpoint/2010/main" val="329360383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61</TotalTime>
  <Words>300</Words>
  <Application>Microsoft Office PowerPoint</Application>
  <PresentationFormat>Breedbeeld</PresentationFormat>
  <Paragraphs>54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 vanger</vt:lpstr>
      <vt:lpstr>Inleiding</vt:lpstr>
      <vt:lpstr>Gesprek met product owner</vt:lpstr>
      <vt:lpstr>PowerPoint-presentatie</vt:lpstr>
      <vt:lpstr>Onderzoek naar sensoren</vt:lpstr>
      <vt:lpstr>Onderzoek naar micro controller</vt:lpstr>
      <vt:lpstr>Sprint 2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3</cp:revision>
  <dcterms:created xsi:type="dcterms:W3CDTF">2025-09-19T12:57:49Z</dcterms:created>
  <dcterms:modified xsi:type="dcterms:W3CDTF">2025-09-23T09:03:51Z</dcterms:modified>
</cp:coreProperties>
</file>