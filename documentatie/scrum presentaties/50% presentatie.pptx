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31-10-2025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863103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31-10-2025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50395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31-10-2025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602565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31-10-2025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76174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31-10-2025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459981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31-10-2025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825062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31-10-2025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994499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31-10-2025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02937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‹nr.›</a:t>
            </a:fld>
            <a:endParaRPr lang="nl-NL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31-10-2025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214981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en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31-10-2025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33510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eraat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31-10-2025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‹nr.›</a:t>
            </a:fld>
            <a:endParaRPr lang="nl-NL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09143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31-10-2025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777933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fferte 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31-10-2025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‹nr.›</a:t>
            </a:fld>
            <a:endParaRPr lang="nl-NL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1551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ar of onwa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31-10-2025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0013779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31-10-2025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98140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3C7D4-2A85-430B-9211-96D8094A2B97}" type="datetimeFigureOut">
              <a:rPr lang="nl-NL" smtClean="0"/>
              <a:t>31-10-2025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B3F0-79A7-4EA4-A545-C0CD60C10EC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66648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83C7D4-2A85-430B-9211-96D8094A2B97}" type="datetimeFigureOut">
              <a:rPr lang="nl-NL" smtClean="0"/>
              <a:t>31-10-2025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276FB3F0-79A7-4EA4-A545-C0CD60C10EC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1431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D27748-D2AC-A60F-C0CA-917578BBC1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Plastic </a:t>
            </a:r>
            <a:r>
              <a:rPr lang="en-US" dirty="0" err="1"/>
              <a:t>vanger</a:t>
            </a:r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B2F67EAB-282E-FA64-BF6C-693471B13F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62500" lnSpcReduction="20000"/>
          </a:bodyPr>
          <a:lstStyle/>
          <a:p>
            <a:pPr algn="l"/>
            <a:r>
              <a:rPr lang="en-US" dirty="0"/>
              <a:t>Merel van der Leeden</a:t>
            </a:r>
          </a:p>
          <a:p>
            <a:pPr algn="l"/>
            <a:r>
              <a:rPr lang="en-US" dirty="0"/>
              <a:t>Aron </a:t>
            </a:r>
            <a:r>
              <a:rPr lang="en-US" dirty="0" err="1"/>
              <a:t>Vleij</a:t>
            </a:r>
            <a:endParaRPr lang="en-US" dirty="0"/>
          </a:p>
          <a:p>
            <a:pPr algn="l"/>
            <a:r>
              <a:rPr lang="en-US" dirty="0"/>
              <a:t>Pavlo </a:t>
            </a:r>
            <a:r>
              <a:rPr lang="en-US" dirty="0" err="1"/>
              <a:t>Petraschkevych</a:t>
            </a:r>
            <a:endParaRPr lang="en-US" dirty="0"/>
          </a:p>
          <a:p>
            <a:pPr algn="l"/>
            <a:r>
              <a:rPr lang="en-US" dirty="0"/>
              <a:t>Jullian Lima Spencer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98796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0F3997-2171-5912-8605-3A9E922F8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Inleiding</a:t>
            </a:r>
            <a:r>
              <a:rPr lang="en-US" dirty="0"/>
              <a:t> 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0DE8A3B-778C-FD37-73F7-C3182E5695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Product owner</a:t>
            </a:r>
          </a:p>
          <a:p>
            <a:r>
              <a:rPr lang="en-US" dirty="0" err="1"/>
              <a:t>Probleem</a:t>
            </a:r>
            <a:r>
              <a:rPr lang="en-US" dirty="0"/>
              <a:t> </a:t>
            </a:r>
            <a:r>
              <a:rPr lang="en-US" dirty="0" err="1"/>
              <a:t>omschrijving</a:t>
            </a:r>
            <a:endParaRPr lang="en-US" dirty="0"/>
          </a:p>
          <a:p>
            <a:r>
              <a:rPr lang="en-US" dirty="0" err="1"/>
              <a:t>Locatie</a:t>
            </a:r>
            <a:endParaRPr lang="en-US" dirty="0"/>
          </a:p>
          <a:p>
            <a:r>
              <a:rPr lang="en-US" dirty="0"/>
              <a:t>Requirements</a:t>
            </a:r>
          </a:p>
          <a:p>
            <a:r>
              <a:rPr lang="en-US" dirty="0" err="1"/>
              <a:t>Userstories</a:t>
            </a:r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8811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815A7B4-532E-48C9-AC24-D78ACF3339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1" name="Freeform 14">
              <a:extLst>
                <a:ext uri="{FF2B5EF4-FFF2-40B4-BE49-F238E27FC236}">
                  <a16:creationId xmlns:a16="http://schemas.microsoft.com/office/drawing/2014/main" id="{D40109F4-CE5C-45F4-856E-F3F69C9FD4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CBAA4DE-3D7B-460B-AE98-D9F9990C0B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BF1ED3E-4F80-4AF6-A41B-44F53DDE61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23">
              <a:extLst>
                <a:ext uri="{FF2B5EF4-FFF2-40B4-BE49-F238E27FC236}">
                  <a16:creationId xmlns:a16="http://schemas.microsoft.com/office/drawing/2014/main" id="{C0B2D747-3E31-45C5-9A98-A9710A585F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5" name="Rectangle 25">
              <a:extLst>
                <a:ext uri="{FF2B5EF4-FFF2-40B4-BE49-F238E27FC236}">
                  <a16:creationId xmlns:a16="http://schemas.microsoft.com/office/drawing/2014/main" id="{A15FD4BA-3020-462D-8BE8-B3A65B8E49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A304284A-7318-4DD5-898C-2F6B23C778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7" name="Rectangle 27">
              <a:extLst>
                <a:ext uri="{FF2B5EF4-FFF2-40B4-BE49-F238E27FC236}">
                  <a16:creationId xmlns:a16="http://schemas.microsoft.com/office/drawing/2014/main" id="{9DF48E66-B635-4509-B115-E0987C014E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8" name="Rectangle 28">
              <a:extLst>
                <a:ext uri="{FF2B5EF4-FFF2-40B4-BE49-F238E27FC236}">
                  <a16:creationId xmlns:a16="http://schemas.microsoft.com/office/drawing/2014/main" id="{E3B96D94-5F5A-4F4C-810C-917BF4D266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9" name="Rectangle 29">
              <a:extLst>
                <a:ext uri="{FF2B5EF4-FFF2-40B4-BE49-F238E27FC236}">
                  <a16:creationId xmlns:a16="http://schemas.microsoft.com/office/drawing/2014/main" id="{7F3782D6-BFF8-4389-9D39-A023ADAA92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ECE162D4-FCAE-441B-B5E9-C91DE62124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45819775-F8B6-90D8-31D6-7E2305899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199" y="4571999"/>
            <a:ext cx="7673801" cy="108765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/>
              <a:t>Product owner (PO)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6DB08DC-9043-AE5F-54EE-7431E23A66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4795" y="5659655"/>
            <a:ext cx="7599205" cy="61189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Clean -&gt; Prevent</a:t>
            </a: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0FC26F25-9F74-30B5-FAA2-A56FF9952C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1" y="2040660"/>
            <a:ext cx="7625162" cy="2211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99566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9A8B12-3162-EF51-2E8A-10F569298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Probleem</a:t>
            </a:r>
            <a:r>
              <a:rPr lang="en-US" dirty="0"/>
              <a:t> </a:t>
            </a:r>
            <a:r>
              <a:rPr lang="en-US" dirty="0" err="1"/>
              <a:t>omschrijving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1A6AC34-3C27-5374-360A-8C65BDE195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678073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F33226-FF4B-9B0B-F4B3-17F3E9CE6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701B2D9-C038-5481-3A52-4B3FE168B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05444312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159</TotalTime>
  <Words>31</Words>
  <Application>Microsoft Office PowerPoint</Application>
  <PresentationFormat>Breedbeeld</PresentationFormat>
  <Paragraphs>14</Paragraphs>
  <Slides>5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5</vt:i4>
      </vt:variant>
    </vt:vector>
  </HeadingPairs>
  <TitlesOfParts>
    <vt:vector size="9" baseType="lpstr">
      <vt:lpstr>Arial</vt:lpstr>
      <vt:lpstr>Trebuchet MS</vt:lpstr>
      <vt:lpstr>Wingdings 3</vt:lpstr>
      <vt:lpstr>Facet</vt:lpstr>
      <vt:lpstr>Plastic vanger</vt:lpstr>
      <vt:lpstr>Inleiding </vt:lpstr>
      <vt:lpstr>Product owner (PO)</vt:lpstr>
      <vt:lpstr>Probleem omschrijving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Merel van der Leeden (1103194)</dc:creator>
  <cp:lastModifiedBy>Merel van der Leeden (1103194)</cp:lastModifiedBy>
  <cp:revision>1</cp:revision>
  <dcterms:created xsi:type="dcterms:W3CDTF">2025-10-31T11:59:23Z</dcterms:created>
  <dcterms:modified xsi:type="dcterms:W3CDTF">2025-10-31T14:39:08Z</dcterms:modified>
</cp:coreProperties>
</file>