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52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86310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50395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02565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617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45998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2506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99449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2937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1498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3510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09143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77933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55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01377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8140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664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C7D4-2A85-430B-9211-96D8094A2B97}" type="datetimeFigureOut">
              <a:rPr lang="nl-NL" smtClean="0"/>
              <a:t>10-11-2025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76FB3F0-79A7-4EA4-A545-C0CD60C10E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431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7748-D2AC-A60F-C0CA-917578BBC1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B2F67EAB-282E-FA64-BF6C-693471B13F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98796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0F3997-2171-5912-8605-3A9E922F8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r>
              <a:rPr lang="en-US" dirty="0"/>
              <a:t>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0DE8A3B-778C-FD37-73F7-C3182E569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Product owner</a:t>
            </a:r>
          </a:p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omschrijving</a:t>
            </a:r>
            <a:endParaRPr lang="en-US" dirty="0"/>
          </a:p>
          <a:p>
            <a:r>
              <a:rPr lang="en-US" dirty="0" err="1"/>
              <a:t>Locatie</a:t>
            </a:r>
            <a:endParaRPr lang="en-US" dirty="0"/>
          </a:p>
          <a:p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ontwerp</a:t>
            </a:r>
            <a:endParaRPr lang="en-US" dirty="0"/>
          </a:p>
          <a:p>
            <a:r>
              <a:rPr lang="en-US" dirty="0"/>
              <a:t>Requirements</a:t>
            </a:r>
          </a:p>
          <a:p>
            <a:r>
              <a:rPr lang="en-US" dirty="0" err="1"/>
              <a:t>Userstories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811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815A7B4-532E-48C9-AC24-D78ACF333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1" name="Freeform 14">
              <a:extLst>
                <a:ext uri="{FF2B5EF4-FFF2-40B4-BE49-F238E27FC236}">
                  <a16:creationId xmlns:a16="http://schemas.microsoft.com/office/drawing/2014/main" id="{D40109F4-CE5C-45F4-856E-F3F69C9FD4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BAA4DE-3D7B-460B-AE98-D9F9990C0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F1ED3E-4F80-4AF6-A41B-44F53DDE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C0B2D747-3E31-45C5-9A98-A9710A585F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A15FD4BA-3020-462D-8BE8-B3A65B8E49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A304284A-7318-4DD5-898C-2F6B23C77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9DF48E66-B635-4509-B115-E0987C014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E3B96D94-5F5A-4F4C-810C-917BF4D26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7F3782D6-BFF8-4389-9D39-A023ADAA9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CE162D4-FCAE-441B-B5E9-C91DE6212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5819775-F8B6-90D8-31D6-7E230589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199" y="4571999"/>
            <a:ext cx="7673801" cy="108765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Product owner (PO)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6DB08DC-9043-AE5F-54EE-7431E23A6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4795" y="5659655"/>
            <a:ext cx="7599205" cy="6118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 -&gt; Prevent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0FC26F25-9F74-30B5-FAA2-A56FF9952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1" y="2040660"/>
            <a:ext cx="7625162" cy="221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956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9A8B12-3162-EF51-2E8A-10F569298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omschrijving</a:t>
            </a:r>
            <a:endParaRPr lang="nl-N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1B61B9-348D-5962-C358-4118A8FCE0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534" y="1930400"/>
            <a:ext cx="11181132" cy="3555186"/>
          </a:xfrm>
        </p:spPr>
      </p:pic>
    </p:spTree>
    <p:extLst>
      <p:ext uri="{BB962C8B-B14F-4D97-AF65-F5344CB8AC3E}">
        <p14:creationId xmlns:p14="http://schemas.microsoft.com/office/powerpoint/2010/main" val="1667807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CE6E43D-FC44-4F15-89C6-7C08E9BDC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21115E6-3640-4179-A252-686A27B75B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68D2ABE-CDFA-4BEB-AF45-E43862265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A108FB8B-558B-4F9E-970F-72D2EE57F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481E92F1-5BD2-4422-B875-90578CEAA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9D9630F3-9488-4F58-9098-F6B8552BD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A82B105D-E7A6-4F3A-AFDA-B9133F6BD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592262AB-546B-41A7-99DE-EC034F0722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Rectangle 29">
              <a:extLst>
                <a:ext uri="{FF2B5EF4-FFF2-40B4-BE49-F238E27FC236}">
                  <a16:creationId xmlns:a16="http://schemas.microsoft.com/office/drawing/2014/main" id="{D878A1F7-F404-41A0-BD7C-9739499BD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0076BF32-29FF-4C3A-B1AF-91A28EFDA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0A4C29F3-B3A2-40B9-8670-ADA39B0C42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</p:grpSp>
      <p:pic>
        <p:nvPicPr>
          <p:cNvPr id="5" name="Content Placeholder 4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4B2658E6-2642-2CD2-1AC2-A1DCF4F6C8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3663" b="14222"/>
          <a:stretch>
            <a:fillRect/>
          </a:stretch>
        </p:blipFill>
        <p:spPr>
          <a:xfrm>
            <a:off x="1165685" y="1409117"/>
            <a:ext cx="9860629" cy="55466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EBA266-7557-98C6-EC6D-D2BFF8C0971D}"/>
              </a:ext>
            </a:extLst>
          </p:cNvPr>
          <p:cNvSpPr txBox="1"/>
          <p:nvPr/>
        </p:nvSpPr>
        <p:spPr>
          <a:xfrm>
            <a:off x="272227" y="342027"/>
            <a:ext cx="890607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00" dirty="0" err="1">
                <a:solidFill>
                  <a:schemeClr val="accent1"/>
                </a:solidFill>
              </a:rPr>
              <a:t>Locatie</a:t>
            </a:r>
            <a:endParaRPr lang="en-NL" sz="3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5444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buitenshuis, water, meer, grond&#10;&#10;Door AI gegenereerde inhoud is mogelijk onjuist.">
            <a:extLst>
              <a:ext uri="{FF2B5EF4-FFF2-40B4-BE49-F238E27FC236}">
                <a16:creationId xmlns:a16="http://schemas.microsoft.com/office/drawing/2014/main" id="{4824E7CD-560B-8EC1-6E57-EE70CB576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29" r="2" b="2"/>
          <a:stretch>
            <a:fillRect/>
          </a:stretch>
        </p:blipFill>
        <p:spPr>
          <a:xfrm>
            <a:off x="20" y="3"/>
            <a:ext cx="6050260" cy="4091667"/>
          </a:xfrm>
          <a:prstGeom prst="rect">
            <a:avLst/>
          </a:prstGeom>
        </p:spPr>
      </p:pic>
      <p:pic>
        <p:nvPicPr>
          <p:cNvPr id="5" name="Tijdelijke aanduiding voor inhoud 4" descr="Afbeelding met water, meer, buitenshuis, vaarweg&#10;&#10;Door AI gegenereerde inhoud is mogelijk onjuist.">
            <a:extLst>
              <a:ext uri="{FF2B5EF4-FFF2-40B4-BE49-F238E27FC236}">
                <a16:creationId xmlns:a16="http://schemas.microsoft.com/office/drawing/2014/main" id="{60E992EA-9B2F-2A58-E761-8076E3BD85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9816"/>
          <a:stretch>
            <a:fillRect/>
          </a:stretch>
        </p:blipFill>
        <p:spPr>
          <a:xfrm>
            <a:off x="6141719" y="-683"/>
            <a:ext cx="6050280" cy="409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607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CE6E43D-FC44-4F15-89C6-7C08E9BDC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1115E6-3640-4179-A252-686A27B75B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68D2ABE-CDFA-4BEB-AF45-E43862265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A108FB8B-558B-4F9E-970F-72D2EE57F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481E92F1-5BD2-4422-B875-90578CEAA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9D9630F3-9488-4F58-9098-F6B8552BD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A82B105D-E7A6-4F3A-AFDA-B9133F6BD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592262AB-546B-41A7-99DE-EC034F0722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D878A1F7-F404-41A0-BD7C-9739499BD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0076BF32-29FF-4C3A-B1AF-91A28EFDA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0A4C29F3-B3A2-40B9-8670-ADA39B0C42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</p:grpSp>
      <p:pic>
        <p:nvPicPr>
          <p:cNvPr id="4" name="Tijdelijke aanduiding voor inhoud 4" descr="Afbeelding met buitenshuis, gebouw, stad, straat&#10;&#10;Door AI gegenereerde inhoud is mogelijk onjuist.">
            <a:extLst>
              <a:ext uri="{FF2B5EF4-FFF2-40B4-BE49-F238E27FC236}">
                <a16:creationId xmlns:a16="http://schemas.microsoft.com/office/drawing/2014/main" id="{D59EBE5C-FE5F-0E25-C499-7730C83DE5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655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A0CE4-6455-76B7-4D1E-E48C16499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ontwerp</a:t>
            </a:r>
            <a:endParaRPr lang="en-N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7FB581-7615-91EB-1DB8-B6DB7CB20A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8877" y="1270000"/>
            <a:ext cx="9575597" cy="5679582"/>
          </a:xfrm>
        </p:spPr>
      </p:pic>
    </p:spTree>
    <p:extLst>
      <p:ext uri="{BB962C8B-B14F-4D97-AF65-F5344CB8AC3E}">
        <p14:creationId xmlns:p14="http://schemas.microsoft.com/office/powerpoint/2010/main" val="618870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849E2-0B8C-C26B-5D1E-73BCB8250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Requirments</a:t>
            </a:r>
            <a:endParaRPr lang="en-N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7B2795-A416-A5B9-2785-AF2A1E711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599" y="1849933"/>
            <a:ext cx="11160802" cy="3530570"/>
          </a:xfrm>
        </p:spPr>
      </p:pic>
    </p:spTree>
    <p:extLst>
      <p:ext uri="{BB962C8B-B14F-4D97-AF65-F5344CB8AC3E}">
        <p14:creationId xmlns:p14="http://schemas.microsoft.com/office/powerpoint/2010/main" val="249054530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181</TotalTime>
  <Words>37</Words>
  <Application>Microsoft Office PowerPoint</Application>
  <PresentationFormat>Widescreen</PresentationFormat>
  <Paragraphs>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Wingdings 3</vt:lpstr>
      <vt:lpstr>Facet</vt:lpstr>
      <vt:lpstr>Plastic vanger</vt:lpstr>
      <vt:lpstr>Inleiding </vt:lpstr>
      <vt:lpstr>Product owner (PO)</vt:lpstr>
      <vt:lpstr>Probleem omschrijving</vt:lpstr>
      <vt:lpstr>PowerPoint Presentation</vt:lpstr>
      <vt:lpstr>PowerPoint Presentation</vt:lpstr>
      <vt:lpstr>PowerPoint Presentation</vt:lpstr>
      <vt:lpstr>Architectuur ontwerp</vt:lpstr>
      <vt:lpstr>Requirments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Pavlo Petrashkevych</cp:lastModifiedBy>
  <cp:revision>3</cp:revision>
  <dcterms:created xsi:type="dcterms:W3CDTF">2025-10-31T11:59:23Z</dcterms:created>
  <dcterms:modified xsi:type="dcterms:W3CDTF">2025-11-10T10:46:01Z</dcterms:modified>
</cp:coreProperties>
</file>