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272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7781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6801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646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606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897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719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3260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69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51329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3584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7557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696290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7130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16465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202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C25CC-EE5A-4361-84C3-61943080B292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813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B43E86-3637-886C-4718-A7B1A50DE4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Plasticvanger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CFF8621-0E87-0A56-6361-932378D6D8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62805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BC202-3FF4-CE3E-8084-8B10EEED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Inleiding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08454A-0D24-6985-6058-7F9E03EAD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4</a:t>
            </a:r>
          </a:p>
          <a:p>
            <a:r>
              <a:rPr lang="nl-NL" dirty="0"/>
              <a:t>Windsnelheid sensor</a:t>
            </a:r>
          </a:p>
          <a:p>
            <a:r>
              <a:rPr lang="nl-NL" dirty="0"/>
              <a:t>Windrichting sensor</a:t>
            </a:r>
          </a:p>
          <a:p>
            <a:r>
              <a:rPr lang="nl-NL" dirty="0"/>
              <a:t>Onderzoek behuizing</a:t>
            </a:r>
          </a:p>
          <a:p>
            <a:r>
              <a:rPr lang="nl-NL" dirty="0"/>
              <a:t>Sprint 5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63957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31C79-E1E7-1584-AA10-92CAA3130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4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1043D1-F29E-CE2D-3E0F-11B1F457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09119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320B75-FEFB-64E7-1E78-E6330C9E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Windsnelheid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CAC0202-7AC0-6C51-96A4-F25AD13AF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Onderdeel bestellen</a:t>
            </a:r>
          </a:p>
        </p:txBody>
      </p:sp>
    </p:spTree>
    <p:extLst>
      <p:ext uri="{BB962C8B-B14F-4D97-AF65-F5344CB8AC3E}">
        <p14:creationId xmlns:p14="http://schemas.microsoft.com/office/powerpoint/2010/main" val="2977031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746105-3A9C-DF7F-306B-52E32E4F5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Windrichting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9103623-D0E7-E767-CB33-737B30D5A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Onderdeel werkt niet</a:t>
            </a:r>
          </a:p>
          <a:p>
            <a:r>
              <a:rPr lang="nl-NL" dirty="0"/>
              <a:t>Ander onderdeel bestellen</a:t>
            </a:r>
          </a:p>
        </p:txBody>
      </p:sp>
    </p:spTree>
    <p:extLst>
      <p:ext uri="{BB962C8B-B14F-4D97-AF65-F5344CB8AC3E}">
        <p14:creationId xmlns:p14="http://schemas.microsoft.com/office/powerpoint/2010/main" val="136002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lmo Fire GIFs | Tenor">
            <a:extLst>
              <a:ext uri="{FF2B5EF4-FFF2-40B4-BE49-F238E27FC236}">
                <a16:creationId xmlns:a16="http://schemas.microsoft.com/office/drawing/2014/main" id="{F84A9857-CBEA-66B6-D79B-D7932C6528D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4" r="16084" b="1"/>
          <a:stretch>
            <a:fillRect/>
          </a:stretch>
        </p:blipFill>
        <p:spPr bwMode="auto">
          <a:xfrm>
            <a:off x="888603" y="1261330"/>
            <a:ext cx="4973212" cy="4335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A5AFB369-4673-4727-A7CD-D86AFE0AE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032" name="Freeform 14">
              <a:extLst>
                <a:ext uri="{FF2B5EF4-FFF2-40B4-BE49-F238E27FC236}">
                  <a16:creationId xmlns:a16="http://schemas.microsoft.com/office/drawing/2014/main" id="{50709826-4D6B-4A97-8DB3-5DA1666262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47263F58-6EE6-45B3-9BF2-C0BD5D30A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5197CE03-EB81-4718-BEA1-C2D488961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Rectangle 23">
              <a:extLst>
                <a:ext uri="{FF2B5EF4-FFF2-40B4-BE49-F238E27FC236}">
                  <a16:creationId xmlns:a16="http://schemas.microsoft.com/office/drawing/2014/main" id="{A3451629-72D6-4E33-A99A-40FAF7445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6" name="Rectangle 25">
              <a:extLst>
                <a:ext uri="{FF2B5EF4-FFF2-40B4-BE49-F238E27FC236}">
                  <a16:creationId xmlns:a16="http://schemas.microsoft.com/office/drawing/2014/main" id="{E04F0FD4-BCD5-4435-A6B5-A2E69303B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7" name="Isosceles Triangle 1036">
              <a:extLst>
                <a:ext uri="{FF2B5EF4-FFF2-40B4-BE49-F238E27FC236}">
                  <a16:creationId xmlns:a16="http://schemas.microsoft.com/office/drawing/2014/main" id="{DE110F09-1C81-4E73-B5E9-D857CD879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8" name="Rectangle 27">
              <a:extLst>
                <a:ext uri="{FF2B5EF4-FFF2-40B4-BE49-F238E27FC236}">
                  <a16:creationId xmlns:a16="http://schemas.microsoft.com/office/drawing/2014/main" id="{273A9C01-06BD-4E8E-8BBF-2E2A9ECF4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9" name="Rectangle 28">
              <a:extLst>
                <a:ext uri="{FF2B5EF4-FFF2-40B4-BE49-F238E27FC236}">
                  <a16:creationId xmlns:a16="http://schemas.microsoft.com/office/drawing/2014/main" id="{B206C9B2-27BE-4B6F-A4D0-485FBBEB5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40" name="Rectangle 29">
              <a:extLst>
                <a:ext uri="{FF2B5EF4-FFF2-40B4-BE49-F238E27FC236}">
                  <a16:creationId xmlns:a16="http://schemas.microsoft.com/office/drawing/2014/main" id="{2E7D673E-0C5C-4F2B-B46E-3E9286B9E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41" name="Isosceles Triangle 1040">
              <a:extLst>
                <a:ext uri="{FF2B5EF4-FFF2-40B4-BE49-F238E27FC236}">
                  <a16:creationId xmlns:a16="http://schemas.microsoft.com/office/drawing/2014/main" id="{F0F78B34-9B26-4CA9-B8F0-B9638730F9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A148CC3-E902-049A-7CC2-E64C272CD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56" y="1680201"/>
            <a:ext cx="3179146" cy="23675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4600"/>
              <a:t>Onderzoek behuizing</a:t>
            </a:r>
          </a:p>
        </p:txBody>
      </p:sp>
    </p:spTree>
    <p:extLst>
      <p:ext uri="{BB962C8B-B14F-4D97-AF65-F5344CB8AC3E}">
        <p14:creationId xmlns:p14="http://schemas.microsoft.com/office/powerpoint/2010/main" val="914693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EB9E2-E46C-C512-0CC9-F659CD910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Sprint 5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F7E8E8D-087A-5476-8897-9EFE15A76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7380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429E17-1B97-C831-7225-46CA6E30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Retrospectieve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2C2D7A-ABAA-CE8B-7D60-1D743C7E7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28614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</TotalTime>
  <Words>48</Words>
  <Application>Microsoft Office PowerPoint</Application>
  <PresentationFormat>Breedbeeld</PresentationFormat>
  <Paragraphs>22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Plasticvanger</vt:lpstr>
      <vt:lpstr>Inleiding</vt:lpstr>
      <vt:lpstr>Raspberry pi 4</vt:lpstr>
      <vt:lpstr>Windsnelheid sensor</vt:lpstr>
      <vt:lpstr>Windrichting sensor</vt:lpstr>
      <vt:lpstr>Onderzoek behuizing</vt:lpstr>
      <vt:lpstr>Sprint 5</vt:lpstr>
      <vt:lpstr>Retrospectieve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1</cp:revision>
  <dcterms:created xsi:type="dcterms:W3CDTF">2025-11-18T12:41:20Z</dcterms:created>
  <dcterms:modified xsi:type="dcterms:W3CDTF">2025-11-18T12:55:02Z</dcterms:modified>
</cp:coreProperties>
</file>