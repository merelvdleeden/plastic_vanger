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  <p:sldId id="264" r:id="rId3"/>
    <p:sldId id="257" r:id="rId4"/>
    <p:sldId id="259" r:id="rId5"/>
    <p:sldId id="260" r:id="rId6"/>
    <p:sldId id="265" r:id="rId7"/>
    <p:sldId id="261" r:id="rId8"/>
    <p:sldId id="262" r:id="rId9"/>
    <p:sldId id="263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144C8CA-DB8B-7EC3-5094-107E2418DE20}" v="486" dt="2025-09-16T11:09:05.062"/>
    <p1510:client id="{E0B0D5BE-EB83-8B59-5A21-78881B93F5A0}" v="239" dt="2025-09-16T09:41:02.10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5/10/relationships/revisionInfo" Target="revisionInfo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12629" y="1371600"/>
            <a:ext cx="5935540" cy="2696866"/>
          </a:xfrm>
        </p:spPr>
        <p:txBody>
          <a:bodyPr anchor="t">
            <a:normAutofit/>
          </a:bodyPr>
          <a:lstStyle>
            <a:lvl1pPr algn="l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12629" y="4584879"/>
            <a:ext cx="593554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5D83F1-BF6E-4A98-8153-BAC9ABDE7CE3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641781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08B246-6A68-46BE-9DBD-614FA8CF4E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3E47706-8D18-4093-A7C1-F30D7543CE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C7C8FC-AAEA-4AB6-9DB5-2503F58F0E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576E92-E5C8-4FF8-B2BE-A516F6A1724E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1616B-3F08-4869-A522-773C38940F6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030CE6-9124-4B3A-A912-AE16B5C34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50821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C78885-57B2-4930-BD7D-CBF916EDF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9" y="1709738"/>
            <a:ext cx="9214884" cy="3159974"/>
          </a:xfrm>
        </p:spPr>
        <p:txBody>
          <a:bodyPr anchor="b">
            <a:normAutofit/>
          </a:bodyPr>
          <a:lstStyle>
            <a:lvl1pPr>
              <a:defRPr sz="4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95E4-2F8B-4CC7-88AC-A312067E60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5018567"/>
            <a:ext cx="7907079" cy="1073889"/>
          </a:xfrm>
        </p:spPr>
        <p:txBody>
          <a:bodyPr>
            <a:normAutofit/>
          </a:bodyPr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8585CC9-BAD3-4807-90BB-97DA2D6A6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DDB232-C681-46A2-B21F-2BD21E9CA134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108CEF-165F-4D7E-9666-5CD0156B49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EBC3D-3277-4D34-9F67-71040C21E3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30073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B477A4-4D01-45B6-9563-0BF13BA72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17E00-96AC-45F0-82B2-9F601E9B93C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14400" y="2849526"/>
            <a:ext cx="5105400" cy="3210479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2BA30CD-95C0-427B-A571-A7D8A53278F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849526"/>
            <a:ext cx="5105400" cy="3210480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6F67CAC-53E4-44AF-BEAC-8FFB96F05A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ABE26E-66F9-4E5F-9E07-CA7CDB200281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3D9F3A-E7F0-45E7-AFA8-0D4A669EC1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5F008B-58BB-45FF-923F-5909DAB49D3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041973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97B549-9E51-42E0-992A-73E7759577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371599"/>
            <a:ext cx="10442760" cy="93975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1A5FDC-7C4B-45FB-8462-E2CE79919F3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2628" y="2311353"/>
            <a:ext cx="5084947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BD8B686-2E92-45B9-A3D7-9DCAA0C50B3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12628" y="3006725"/>
            <a:ext cx="5084947" cy="31829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6ADB526-4A44-47B6-8D14-93202E590AA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2311353"/>
            <a:ext cx="5183188" cy="695372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18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74177CA-5C13-4311-BFD3-B98FBD942DA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3006725"/>
            <a:ext cx="5183188" cy="3182937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DEA255A-4CB5-40CA-B756-1AA5E27C20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1A01C-F286-49E7-998E-3D5BB613F99A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F3072C4-10F1-49B8-B0BF-69204EDDCF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A5ACC97-44C1-4887-909B-E6732D3C1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32332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27D313-943A-47E0-8A7A-DFFBCC297A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3AC25A7-81C8-4AA1-AD9F-C78A451FDE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CC2C0A-F771-42D9-AAB0-90C3A2B0FEAD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EF54740-6022-46B2-9C55-B60E965168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9497C9-6B5E-46D6-8FE9-0A5E0CF7F9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554752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2740D3C-270A-401A-810C-2F86BBBB87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CA2A270-409D-4410-9649-B7481576446C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DCBE9F8-1765-4F36-A4DE-1DB136025A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90CF9E-A6C6-4873-ADBE-7A2939319E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792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8CDF8-00AD-4441-A6D5-9D7A659EB6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C330AF-CB7E-420A-AE8A-E02E9032588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43257AD-2422-4CDA-9C55-700F4B5BF2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51B7454-C1CC-46F2-A6FB-1FE786C48F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200AA3-798A-4433-8927-6E115914B6EF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9077DBE-6CC7-421B-AB5E-341E20BD9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6EAB8F-7526-4CDB-B782-FAD8B3E70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256703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31647F-5A61-44C9-81DC-331C9AE5DD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 anchor="t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1627A0F-F1B8-49BE-A0FF-7FE16E3BDCC1}"/>
              </a:ext>
            </a:extLst>
          </p:cNvPr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6D1BD6-1519-4431-9FAF-7D4F412997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12628" y="2934586"/>
            <a:ext cx="3859397" cy="2934401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A587A0-353B-42C2-BA96-B1ADEDF642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322871-0F85-43DC-99D7-CA8E7437E2EC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D5A88E-3957-4B76-B1BE-4164029217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5F7C5FD-E56A-4C66-8F23-087F95A2FD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069632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5E4BB7-3F30-4C31-9BB2-8EC24FC0A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ECF4134-70F5-4EE6-88BE-49D129630C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9EABC7-C044-44DE-B303-55A0581DA1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9BE5A2-57A1-4629-B29D-D386573AF9F3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4A63E1-5BC5-402E-9916-BAB84BCF0B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F915-AF64-4ECC-8B1A-B7E6A89B79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1676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EB09414-2AA1-4D8E-A00A-C092FBC92D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98077" y="1401097"/>
            <a:ext cx="2155722" cy="4775865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42C3A78-37C5-46D0-9DF4-CB78AF883C2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401097"/>
            <a:ext cx="8232058" cy="4775866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D8705E-925D-4F57-8268-107CE3CF4C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72485-1B57-41B4-A998-97848CC136C2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0FE207E-070D-4EC8-A44C-21F1815FDA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D01D1-C266-4161-A820-C084B9801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88586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4400" y="1371601"/>
            <a:ext cx="10363200" cy="118757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14399" y="2559171"/>
            <a:ext cx="10363200" cy="338265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912628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E857DF4D-D974-434D-9D64-40B7405DF5F0}" type="datetimeFigureOut">
              <a:rPr lang="en-US" dirty="0"/>
              <a:t>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dirty="0"/>
              <a:t>‹nr.›</a:t>
            </a:fld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209B62C-3402-4623-9A7C-AA048B56F8C3}"/>
              </a:ext>
            </a:extLst>
          </p:cNvPr>
          <p:cNvCxnSpPr>
            <a:cxnSpLocks/>
          </p:cNvCxnSpPr>
          <p:nvPr/>
        </p:nvCxnSpPr>
        <p:spPr>
          <a:xfrm>
            <a:off x="990600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768368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hf hdr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orient="horz" pos="2160">
          <p15:clr>
            <a:srgbClr val="F26B43"/>
          </p15:clr>
        </p15:guide>
        <p15:guide id="4" pos="3840">
          <p15:clr>
            <a:srgbClr val="F26B43"/>
          </p15:clr>
        </p15:guide>
        <p15:guide id="5" pos="576">
          <p15:clr>
            <a:srgbClr val="F26B43"/>
          </p15:clr>
        </p15:guide>
        <p15:guide id="6" orient="horz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2629" y="1371600"/>
            <a:ext cx="8182210" cy="2696866"/>
          </a:xfrm>
        </p:spPr>
        <p:txBody>
          <a:bodyPr>
            <a:normAutofit fontScale="90000"/>
          </a:bodyPr>
          <a:lstStyle/>
          <a:p>
            <a:r>
              <a:rPr lang="en-US" sz="6000" dirty="0" err="1"/>
              <a:t>Automatiseren</a:t>
            </a:r>
            <a:r>
              <a:rPr lang="en-US" sz="6000" dirty="0"/>
              <a:t> van de plastic </a:t>
            </a:r>
            <a:r>
              <a:rPr lang="en-US" sz="6000" dirty="0" err="1"/>
              <a:t>vanger</a:t>
            </a:r>
            <a:br>
              <a:rPr lang="en-US" sz="6000" dirty="0"/>
            </a:br>
            <a:endParaRPr lang="en-US" sz="60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02469" y="4584879"/>
            <a:ext cx="9979220" cy="1287887"/>
          </a:xfrm>
        </p:spPr>
        <p:txBody>
          <a:bodyPr/>
          <a:lstStyle/>
          <a:p>
            <a:r>
              <a:rPr lang="en-US" sz="2000" dirty="0"/>
              <a:t>Sprint 0</a:t>
            </a:r>
          </a:p>
          <a:p>
            <a:r>
              <a:rPr lang="en-US" sz="1100" dirty="0"/>
              <a:t>Aron, </a:t>
            </a:r>
            <a:r>
              <a:rPr lang="en-US" sz="1100" dirty="0" err="1"/>
              <a:t>merel</a:t>
            </a:r>
            <a:r>
              <a:rPr lang="en-US" sz="1100" dirty="0"/>
              <a:t>, </a:t>
            </a:r>
            <a:r>
              <a:rPr lang="en-US" sz="1100" dirty="0" err="1"/>
              <a:t>pavlo</a:t>
            </a:r>
            <a:r>
              <a:rPr lang="en-US" sz="1100" dirty="0"/>
              <a:t>, Jullian</a:t>
            </a: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47046BB-C0D4-13C5-75C3-04BD058E3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Inleiding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9A232C2-CF79-CA92-484F-7A85BCAD50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De product owner</a:t>
            </a:r>
          </a:p>
          <a:p>
            <a:r>
              <a:rPr lang="en-US" dirty="0"/>
              <a:t>Het problem</a:t>
            </a:r>
          </a:p>
          <a:p>
            <a:r>
              <a:rPr lang="en-US" dirty="0"/>
              <a:t>De </a:t>
            </a:r>
            <a:r>
              <a:rPr lang="en-US" dirty="0" err="1"/>
              <a:t>oplossing</a:t>
            </a:r>
            <a:endParaRPr lang="en-US" dirty="0"/>
          </a:p>
          <a:p>
            <a:r>
              <a:rPr lang="en-US" dirty="0"/>
              <a:t>Product backlog</a:t>
            </a:r>
          </a:p>
          <a:p>
            <a:r>
              <a:rPr lang="nl-NL" dirty="0"/>
              <a:t>Afspraken</a:t>
            </a:r>
          </a:p>
          <a:p>
            <a:r>
              <a:rPr lang="nl-NL" dirty="0"/>
              <a:t>Project beheer</a:t>
            </a:r>
          </a:p>
          <a:p>
            <a:r>
              <a:rPr lang="nl-NL" dirty="0"/>
              <a:t>Sprint 1 planning</a:t>
            </a:r>
          </a:p>
          <a:p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A68639AC-D36D-0941-04F4-BC7EAF506A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7844A0-FF17-474B-B615-F2E49F97A007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D1F9F840-E6A3-7913-EEB5-B38CF407F3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220F9D3-884F-AA64-FA27-BC7151D305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98256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47FE5706-7C19-4F0A-2E11-B4296F48E4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12628" y="1463038"/>
            <a:ext cx="3859397" cy="1471548"/>
          </a:xfrm>
        </p:spPr>
        <p:txBody>
          <a:bodyPr/>
          <a:lstStyle/>
          <a:p>
            <a:r>
              <a:rPr lang="en-US" dirty="0"/>
              <a:t>De product owner</a:t>
            </a:r>
          </a:p>
        </p:txBody>
      </p:sp>
      <p:pic>
        <p:nvPicPr>
          <p:cNvPr id="4" name="Content Placeholder 3" descr="CLEAR RIVERS | LinkedIn">
            <a:extLst>
              <a:ext uri="{FF2B5EF4-FFF2-40B4-BE49-F238E27FC236}">
                <a16:creationId xmlns:a16="http://schemas.microsoft.com/office/drawing/2014/main" id="{929D3BF8-FDA6-107A-50AE-D2AC5163B885}"/>
              </a:ext>
            </a:extLst>
          </p:cNvPr>
          <p:cNvPicPr>
            <a:picLocks noGrp="1" noChangeAspect="1"/>
          </p:cNvPicPr>
          <p:nvPr>
            <p:ph type="pic" idx="1"/>
          </p:nvPr>
        </p:nvPicPr>
        <p:blipFill>
          <a:blip r:embed="rId2"/>
          <a:srcRect t="10428" b="10611"/>
          <a:stretch>
            <a:fillRect/>
          </a:stretch>
        </p:blipFill>
        <p:spPr>
          <a:xfrm>
            <a:off x="5183188" y="987425"/>
            <a:ext cx="6172200" cy="4873625"/>
          </a:xfrm>
          <a:prstGeom prst="rect">
            <a:avLst/>
          </a:prstGeom>
          <a:noFill/>
        </p:spPr>
      </p:pic>
      <p:sp>
        <p:nvSpPr>
          <p:cNvPr id="13" name="Date Placeholder 4">
            <a:extLst>
              <a:ext uri="{FF2B5EF4-FFF2-40B4-BE49-F238E27FC236}">
                <a16:creationId xmlns:a16="http://schemas.microsoft.com/office/drawing/2014/main" id="{475C7994-986F-D5A3-A4C2-D6761B1E0AB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12628" y="6356350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8943A561-4D18-41B2-BA33-09F92EC09D3E}" type="datetime1">
              <a:rPr/>
              <a:pPr>
                <a:spcAft>
                  <a:spcPts val="600"/>
                </a:spcAft>
              </a:pPr>
              <a:t>16-9-2025</a:t>
            </a:fld>
            <a:endParaRPr lang="en-US"/>
          </a:p>
        </p:txBody>
      </p:sp>
      <p:sp>
        <p:nvSpPr>
          <p:cNvPr id="15" name="Footer Placeholder 5">
            <a:extLst>
              <a:ext uri="{FF2B5EF4-FFF2-40B4-BE49-F238E27FC236}">
                <a16:creationId xmlns:a16="http://schemas.microsoft.com/office/drawing/2014/main" id="{D4926807-F60C-AA22-F765-C54900417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767622" y="6356350"/>
            <a:ext cx="4040373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r>
              <a:rPr lang="en-US"/>
              <a:t>
              </a:t>
            </a:r>
          </a:p>
        </p:txBody>
      </p:sp>
      <p:sp>
        <p:nvSpPr>
          <p:cNvPr id="17" name="Slide Number Placeholder 6">
            <a:extLst>
              <a:ext uri="{FF2B5EF4-FFF2-40B4-BE49-F238E27FC236}">
                <a16:creationId xmlns:a16="http://schemas.microsoft.com/office/drawing/2014/main" id="{FA0BAFA1-D435-F8F4-27C5-CD44FF891B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807995" y="6356350"/>
            <a:ext cx="723014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70C12960-6E85-460F-B6E3-5B82CB31AF3D}" type="slidenum">
              <a:rPr lang="en-US" dirty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07418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69B6A7-B3F8-87A7-7388-066713A39A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Probleem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7AA6EE-3907-2D2E-4EFB-7ED660F3BE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/>
              <a:t>Plastic in de </a:t>
            </a:r>
            <a:r>
              <a:rPr lang="en-US" dirty="0" err="1"/>
              <a:t>vaargeul</a:t>
            </a:r>
          </a:p>
          <a:p>
            <a:r>
              <a:rPr lang="en-US" dirty="0"/>
              <a:t>Motor</a:t>
            </a:r>
          </a:p>
          <a:p>
            <a:r>
              <a:rPr lang="en-US" dirty="0" err="1"/>
              <a:t>Handmatig</a:t>
            </a:r>
            <a:r>
              <a:rPr lang="en-US" dirty="0"/>
              <a:t> </a:t>
            </a:r>
            <a:r>
              <a:rPr lang="en-US" dirty="0" err="1"/>
              <a:t>bestuurd</a:t>
            </a:r>
            <a:r>
              <a:rPr lang="en-US" dirty="0"/>
              <a:t> </a:t>
            </a:r>
            <a:r>
              <a:rPr lang="en-US" dirty="0" err="1"/>
              <a:t>worden</a:t>
            </a:r>
            <a:endParaRPr lang="en-US" dirty="0"/>
          </a:p>
          <a:p>
            <a:r>
              <a:rPr lang="en-US" dirty="0" err="1"/>
              <a:t>Onefficient</a:t>
            </a:r>
            <a:endParaRPr lang="en-US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B2658E6-2642-2CD2-1AC2-A1DCF4F6C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52008" y="1371601"/>
            <a:ext cx="5171392" cy="40343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92996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719FB9-6FE7-E100-8D6E-284D65AE02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Oplossingen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F858F2-BCFA-E55A-4F74-14F817809B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Weerstation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Afhankelijk</a:t>
            </a:r>
            <a:r>
              <a:rPr lang="en-US" dirty="0"/>
              <a:t> </a:t>
            </a:r>
            <a:r>
              <a:rPr lang="en-US" dirty="0" err="1"/>
              <a:t>weeromstandigheden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Efficienter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594430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380EF54-B11D-D314-C40D-1871E2E30E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Product backlog</a:t>
            </a:r>
            <a:endParaRPr lang="nl-NL" dirty="0"/>
          </a:p>
        </p:txBody>
      </p:sp>
      <p:sp>
        <p:nvSpPr>
          <p:cNvPr id="4" name="Tijdelijke aanduiding voor datum 3">
            <a:extLst>
              <a:ext uri="{FF2B5EF4-FFF2-40B4-BE49-F238E27FC236}">
                <a16:creationId xmlns:a16="http://schemas.microsoft.com/office/drawing/2014/main" id="{8FE71ADF-DB07-8552-4CAD-28E667C9EB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210C736-E03A-42A4-86F4-299C1D8AF41D}" type="datetime1">
              <a:rPr lang="en-US" smtClean="0"/>
              <a:t>9/16/2025</a:t>
            </a:fld>
            <a:endParaRPr lang="en-US" dirty="0"/>
          </a:p>
        </p:txBody>
      </p:sp>
      <p:sp>
        <p:nvSpPr>
          <p:cNvPr id="5" name="Tijdelijke aanduiding voor voettekst 4">
            <a:extLst>
              <a:ext uri="{FF2B5EF4-FFF2-40B4-BE49-F238E27FC236}">
                <a16:creationId xmlns:a16="http://schemas.microsoft.com/office/drawing/2014/main" id="{AC13D670-6D77-D536-2752-AA1C104FC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
              </a:t>
            </a:r>
            <a:endParaRPr lang="en-US" dirty="0"/>
          </a:p>
        </p:txBody>
      </p:sp>
      <p:sp>
        <p:nvSpPr>
          <p:cNvPr id="6" name="Tijdelijke aanduiding voor dianummer 5">
            <a:extLst>
              <a:ext uri="{FF2B5EF4-FFF2-40B4-BE49-F238E27FC236}">
                <a16:creationId xmlns:a16="http://schemas.microsoft.com/office/drawing/2014/main" id="{B7EA1C3A-A989-9844-6B74-E6BEFDAFA0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6</a:t>
            </a:fld>
            <a:endParaRPr lang="en-US" dirty="0"/>
          </a:p>
        </p:txBody>
      </p:sp>
      <p:pic>
        <p:nvPicPr>
          <p:cNvPr id="8" name="Tijdelijke aanduiding voor inhoud 7" descr="Afbeelding met tekst, schermopname, Lettertype, menu&#10;&#10;Door AI gegenereerde inhoud is mogelijk onjuist.">
            <a:extLst>
              <a:ext uri="{FF2B5EF4-FFF2-40B4-BE49-F238E27FC236}">
                <a16:creationId xmlns:a16="http://schemas.microsoft.com/office/drawing/2014/main" id="{EBB68EA4-DEF2-3AAA-D82B-72A322CFEF25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5946" y="2263345"/>
            <a:ext cx="6639764" cy="4093005"/>
          </a:xfrm>
        </p:spPr>
      </p:pic>
      <p:pic>
        <p:nvPicPr>
          <p:cNvPr id="10" name="Afbeelding 9" descr="Afbeelding met tekst, schermopname, menu, Lettertype&#10;&#10;Door AI gegenereerde inhoud is mogelijk onjuist.">
            <a:extLst>
              <a:ext uri="{FF2B5EF4-FFF2-40B4-BE49-F238E27FC236}">
                <a16:creationId xmlns:a16="http://schemas.microsoft.com/office/drawing/2014/main" id="{54974A5C-3BBD-885E-93EF-4EF08EB2E62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1421" y="2975313"/>
            <a:ext cx="6760134" cy="3382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92137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2D11FB-8DFA-E6E5-CB1E-B4D837F72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Afspraken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DD5F97B-72DC-DA4F-C5E4-AF3A1B4E60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Dinsdag</a:t>
            </a:r>
            <a:r>
              <a:rPr lang="en-US" dirty="0"/>
              <a:t> </a:t>
            </a:r>
            <a:r>
              <a:rPr lang="en-US" dirty="0" err="1"/>
              <a:t>en</a:t>
            </a:r>
            <a:r>
              <a:rPr lang="en-US" dirty="0"/>
              <a:t> </a:t>
            </a:r>
            <a:r>
              <a:rPr lang="en-US" dirty="0" err="1"/>
              <a:t>donderdag</a:t>
            </a:r>
            <a:r>
              <a:rPr lang="en-US" dirty="0"/>
              <a:t> </a:t>
            </a:r>
            <a:r>
              <a:rPr lang="en-US" dirty="0" err="1"/>
              <a:t>aanwezig</a:t>
            </a:r>
          </a:p>
          <a:p>
            <a:r>
              <a:rPr lang="en-US" dirty="0" err="1"/>
              <a:t>Afwezigheid</a:t>
            </a:r>
            <a:r>
              <a:rPr lang="en-US" dirty="0"/>
              <a:t> --&gt; </a:t>
            </a:r>
            <a:r>
              <a:rPr lang="en-US" dirty="0" err="1"/>
              <a:t>bericht</a:t>
            </a:r>
            <a:endParaRPr lang="en-US" dirty="0"/>
          </a:p>
          <a:p>
            <a:r>
              <a:rPr lang="en-US" dirty="0"/>
              <a:t>2e </a:t>
            </a:r>
            <a:r>
              <a:rPr lang="en-US" dirty="0" err="1"/>
              <a:t>dinsdag</a:t>
            </a:r>
            <a:r>
              <a:rPr lang="en-US" dirty="0"/>
              <a:t> </a:t>
            </a:r>
          </a:p>
          <a:p>
            <a:r>
              <a:rPr lang="en-US" dirty="0"/>
              <a:t>Email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474672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CD5226-A54B-FDF5-C7A6-4A13B621A7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Projectbeheer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046C1D-D8CE-7F3A-2E51-2F917D75826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 err="1"/>
              <a:t>Whatsapp</a:t>
            </a:r>
            <a:r>
              <a:rPr lang="en-US" dirty="0"/>
              <a:t> </a:t>
            </a:r>
          </a:p>
          <a:p>
            <a:r>
              <a:rPr lang="en-US" dirty="0" err="1"/>
              <a:t>Github</a:t>
            </a:r>
          </a:p>
          <a:p>
            <a:r>
              <a:rPr lang="en-US" dirty="0"/>
              <a:t>Trello</a:t>
            </a:r>
          </a:p>
          <a:p>
            <a:r>
              <a:rPr lang="en-US" dirty="0"/>
              <a:t>Scrum </a:t>
            </a:r>
            <a:r>
              <a:rPr lang="en-US" dirty="0" err="1"/>
              <a:t>rollen</a:t>
            </a: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6BD65DB-9414-19B6-E138-F4EA6B47D1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AB1322A-4B6B-4364-9AAB-99A976E59404}" type="datetime1">
              <a:rPr lang="en-NL"/>
              <a:t>09/16/2025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2D488E-D7E1-3E02-757E-BCF66BF70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52255B9-FBE3-EFEC-AC63-34BE06C5AE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955849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03E6ED-BEF6-952F-6626-07E77DAF0A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Sprint 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D1B1B3-98BF-31E8-4A56-39D961D05C9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92500" lnSpcReduction="10000"/>
          </a:bodyPr>
          <a:lstStyle/>
          <a:p>
            <a:pPr>
              <a:buFont typeface="Calibri" panose="020B0604020202020204" pitchFamily="34" charset="0"/>
              <a:buChar char="-"/>
            </a:pPr>
            <a:r>
              <a:rPr lang="en-US" dirty="0"/>
              <a:t>Product backlog  </a:t>
            </a:r>
          </a:p>
          <a:p>
            <a:pPr>
              <a:buFont typeface="Calibri" panose="020B0604020202020204" pitchFamily="34" charset="0"/>
              <a:buChar char="-"/>
            </a:pPr>
            <a:r>
              <a:rPr lang="en-US" dirty="0" err="1"/>
              <a:t>Samenwerkingsovereenkomst</a:t>
            </a:r>
            <a:r>
              <a:rPr lang="en-US" dirty="0"/>
              <a:t> </a:t>
            </a:r>
            <a:r>
              <a:rPr lang="en-US" dirty="0" err="1"/>
              <a:t>afmaken</a:t>
            </a:r>
            <a:endParaRPr lang="en-US" dirty="0"/>
          </a:p>
          <a:p>
            <a:pPr>
              <a:buFont typeface="Calibri" panose="020B0604020202020204" pitchFamily="34" charset="0"/>
              <a:buChar char="-"/>
            </a:pPr>
            <a:r>
              <a:rPr lang="nl-NL" dirty="0"/>
              <a:t>1. Ik wil dat de windsnelheid op locatie gemeten word.</a:t>
            </a:r>
          </a:p>
          <a:p>
            <a:pPr marL="265176" lvl="1" indent="0">
              <a:buNone/>
            </a:pPr>
            <a:r>
              <a:rPr lang="nl-NL" sz="1600" dirty="0"/>
              <a:t>1.1 </a:t>
            </a:r>
            <a:r>
              <a:rPr lang="nl-NL" dirty="0"/>
              <a:t>Onderzoek  de opties van de windsnelheid sensoren.</a:t>
            </a:r>
            <a:endParaRPr lang="en-US" sz="1200" dirty="0"/>
          </a:p>
          <a:p>
            <a:pPr marL="0" indent="0">
              <a:buNone/>
            </a:pPr>
            <a:r>
              <a:rPr lang="nl-NL" dirty="0"/>
              <a:t>    </a:t>
            </a:r>
            <a:r>
              <a:rPr lang="nl-NL" sz="1600" dirty="0"/>
              <a:t>1.2 Schrijf het onderzoekverslag van het onderzoek van windsnelheid sensoren.</a:t>
            </a:r>
          </a:p>
          <a:p>
            <a:pPr>
              <a:buFontTx/>
              <a:buChar char="-"/>
            </a:pPr>
            <a:r>
              <a:rPr lang="nl-NL" dirty="0"/>
              <a:t>6. Ik wil dat de motor en het weerstation moeten afhankelijk zijn van de microcontroller.</a:t>
            </a:r>
          </a:p>
          <a:p>
            <a:pPr marL="0" indent="0">
              <a:buNone/>
            </a:pPr>
            <a:r>
              <a:rPr lang="nl-NL" sz="1600" dirty="0"/>
              <a:t>    6.1. Onderzoek de opties van microcontrollers</a:t>
            </a:r>
            <a:r>
              <a:rPr lang="nl-NL" dirty="0"/>
              <a:t>.</a:t>
            </a:r>
          </a:p>
          <a:p>
            <a:pPr marL="0" indent="0">
              <a:buNone/>
            </a:pPr>
            <a:r>
              <a:rPr lang="nl-NL" sz="1600" dirty="0"/>
              <a:t>    6.2. Schrijf het onderzoekverslag van het onderzoek van microcontrollers.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0B388EB-32A3-01C8-23AB-BC525461B0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09CFAB-F07A-49CB-AB17-80CD7B62C511}" type="datetime1">
              <a:rPr lang="en-NL"/>
              <a:t>09/16/2025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698F4-81A1-CAE2-0F52-312F224AA3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
              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61A67DD-32F4-7F7D-52E5-B9056987EB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dirty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2176865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DashVTI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DashVTI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DashVTI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E0E31462-65AE-4087-9B94-B3347EE711B2}" vid="{CA8B31CB-369F-4872-A917-A9EAAF918275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52</TotalTime>
  <Words>165</Words>
  <Application>Microsoft Office PowerPoint</Application>
  <PresentationFormat>Breedbeeld</PresentationFormat>
  <Paragraphs>56</Paragraphs>
  <Slides>9</Slides>
  <Notes>0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9</vt:i4>
      </vt:variant>
    </vt:vector>
  </HeadingPairs>
  <TitlesOfParts>
    <vt:vector size="13" baseType="lpstr">
      <vt:lpstr>Arial</vt:lpstr>
      <vt:lpstr>Calibri</vt:lpstr>
      <vt:lpstr>Grandview Display</vt:lpstr>
      <vt:lpstr>DashVTI</vt:lpstr>
      <vt:lpstr>Automatiseren van de plastic vanger </vt:lpstr>
      <vt:lpstr>Inleiding</vt:lpstr>
      <vt:lpstr>De product owner</vt:lpstr>
      <vt:lpstr>Probleem</vt:lpstr>
      <vt:lpstr>Oplossingen</vt:lpstr>
      <vt:lpstr>Product backlog</vt:lpstr>
      <vt:lpstr>Afspraken</vt:lpstr>
      <vt:lpstr>Projectbeheer</vt:lpstr>
      <vt:lpstr>Sprint 1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Merel van der Leeden (1103194)</cp:lastModifiedBy>
  <cp:revision>156</cp:revision>
  <dcterms:created xsi:type="dcterms:W3CDTF">2025-09-16T08:43:07Z</dcterms:created>
  <dcterms:modified xsi:type="dcterms:W3CDTF">2025-09-16T12:12:33Z</dcterms:modified>
</cp:coreProperties>
</file>