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44C8CA-DB8B-7EC3-5094-107E2418DE20}" v="486" dt="2025-09-16T11:09:05.062"/>
    <p1510:client id="{E0B0D5BE-EB83-8B59-5A21-78881B93F5A0}" v="239" dt="2025-09-16T09:41:02.1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2629" y="1371600"/>
            <a:ext cx="5935540" cy="2696866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2629" y="4584879"/>
            <a:ext cx="593554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D83F1-BF6E-4A98-8153-BAC9ABDE7CE3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17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76E92-E5C8-4FF8-B2BE-A516F6A1724E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821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9" y="1709738"/>
            <a:ext cx="9214884" cy="31599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DB232-C681-46A2-B21F-2BD21E9CA134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007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2849526"/>
            <a:ext cx="5105400" cy="321047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49526"/>
            <a:ext cx="5105400" cy="3210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BE26E-66F9-4E5F-9E07-CA7CDB200281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197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371599"/>
            <a:ext cx="10442760" cy="93975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2311353"/>
            <a:ext cx="5084947" cy="695372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2628" y="3006725"/>
            <a:ext cx="5084947" cy="31829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311353"/>
            <a:ext cx="5183188" cy="695372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006725"/>
            <a:ext cx="5183188" cy="31829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1A01C-F286-49E7-998E-3D5BB613F99A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33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C2C0A-F771-42D9-AAB0-90C3A2B0FEAD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475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A270-409D-4410-9649-B7481576446C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92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859397" cy="29344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0AA3-798A-4433-8927-6E115914B6EF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670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859397" cy="29344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22871-0F85-43DC-99D7-CA8E7437E2EC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96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BE5A2-57A1-4629-B29D-D386573AF9F3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167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98077" y="1401097"/>
            <a:ext cx="2155722" cy="4775865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401097"/>
            <a:ext cx="8232058" cy="477586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72485-1B57-41B4-A998-97848CC136C2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58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1"/>
            <a:ext cx="10363200" cy="11875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399" y="2559171"/>
            <a:ext cx="10363200" cy="33826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262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E857DF4D-D974-434D-9D64-40B7405DF5F0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209B62C-3402-4623-9A7C-AA048B56F8C3}"/>
              </a:ext>
            </a:extLst>
          </p:cNvPr>
          <p:cNvCxnSpPr>
            <a:cxnSpLocks/>
          </p:cNvCxnSpPr>
          <p:nvPr/>
        </p:nvCxnSpPr>
        <p:spPr>
          <a:xfrm>
            <a:off x="990600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6836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  <p15:guide id="5" pos="576">
          <p15:clr>
            <a:srgbClr val="F26B43"/>
          </p15:clr>
        </p15:guide>
        <p15:guide id="6" orient="horz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Sprint 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2469" y="4584879"/>
            <a:ext cx="9979220" cy="1287887"/>
          </a:xfrm>
        </p:spPr>
        <p:txBody>
          <a:bodyPr/>
          <a:lstStyle/>
          <a:p>
            <a:r>
              <a:rPr lang="en-US" sz="2000" dirty="0"/>
              <a:t>Plastic </a:t>
            </a:r>
            <a:r>
              <a:rPr lang="en-US" sz="2000" err="1"/>
              <a:t>vanger</a:t>
            </a:r>
            <a:endParaRPr lang="en-US" sz="2000"/>
          </a:p>
          <a:p>
            <a:r>
              <a:rPr lang="en-US" sz="1100" dirty="0"/>
              <a:t>Aron, </a:t>
            </a:r>
            <a:r>
              <a:rPr lang="en-US" sz="1100" dirty="0" err="1"/>
              <a:t>merel</a:t>
            </a:r>
            <a:r>
              <a:rPr lang="en-US" sz="1100" dirty="0"/>
              <a:t>, </a:t>
            </a:r>
            <a:r>
              <a:rPr lang="en-US" sz="1100" dirty="0" err="1"/>
              <a:t>pavlo</a:t>
            </a:r>
            <a:r>
              <a:rPr lang="en-US" sz="1100" dirty="0"/>
              <a:t>, Jullian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7AE4-B4AC-A08B-CFA8-C35DC668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Wat </a:t>
            </a:r>
            <a:r>
              <a:rPr lang="en-US" dirty="0" err="1"/>
              <a:t>houd</a:t>
            </a:r>
            <a:r>
              <a:rPr lang="en-US" dirty="0"/>
              <a:t> het project in?</a:t>
            </a:r>
          </a:p>
        </p:txBody>
      </p:sp>
      <p:pic>
        <p:nvPicPr>
          <p:cNvPr id="4" name="Content Placeholder 3" descr="CLEAR RIVERS | LinkedIn">
            <a:extLst>
              <a:ext uri="{FF2B5EF4-FFF2-40B4-BE49-F238E27FC236}">
                <a16:creationId xmlns:a16="http://schemas.microsoft.com/office/drawing/2014/main" id="{929D3BF8-FDA6-107A-50AE-D2AC5163B8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318" r="116" b="39369"/>
          <a:stretch>
            <a:fillRect/>
          </a:stretch>
        </p:blipFill>
        <p:spPr>
          <a:xfrm>
            <a:off x="1735668" y="2084442"/>
            <a:ext cx="8699937" cy="1943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E36AC9-1CA2-232A-F029-614700AC7FC7}"/>
              </a:ext>
            </a:extLst>
          </p:cNvPr>
          <p:cNvSpPr txBox="1"/>
          <p:nvPr/>
        </p:nvSpPr>
        <p:spPr>
          <a:xfrm>
            <a:off x="914400" y="4196080"/>
            <a:ext cx="968248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/>
              <a:t>Om de 2 </a:t>
            </a:r>
            <a:r>
              <a:rPr lang="en-US" err="1"/>
              <a:t>weken</a:t>
            </a:r>
            <a:endParaRPr lang="en-US"/>
          </a:p>
          <a:p>
            <a:pPr marL="285750" indent="-285750">
              <a:buFont typeface="Calibri"/>
              <a:buChar char="-"/>
            </a:pPr>
            <a:r>
              <a:rPr lang="en-US" dirty="0" err="1"/>
              <a:t>Comminicatie</a:t>
            </a:r>
            <a:r>
              <a:rPr lang="en-US"/>
              <a:t> via email</a:t>
            </a:r>
          </a:p>
          <a:p>
            <a:pPr marL="285750" indent="-285750">
              <a:buFont typeface="Calibri"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074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B6A7-B3F8-87A7-7388-066713A39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Probleem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AA6EE-3907-2D2E-4EFB-7ED660F3B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Plastic in de </a:t>
            </a:r>
            <a:r>
              <a:rPr lang="en-US" dirty="0" err="1"/>
              <a:t>vaargeul</a:t>
            </a:r>
          </a:p>
          <a:p>
            <a:r>
              <a:rPr lang="en-US" dirty="0"/>
              <a:t>Motor</a:t>
            </a:r>
          </a:p>
          <a:p>
            <a:r>
              <a:rPr lang="en-US" dirty="0" err="1"/>
              <a:t>Handmatig</a:t>
            </a:r>
            <a:r>
              <a:rPr lang="en-US" dirty="0"/>
              <a:t> </a:t>
            </a:r>
            <a:r>
              <a:rPr lang="en-US" dirty="0" err="1"/>
              <a:t>bestuurd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r>
              <a:rPr lang="en-US" dirty="0" err="1"/>
              <a:t>onefficient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299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19FB9-6FE7-E100-8D6E-284D65AE0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Oplossingen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858F2-BCFA-E55A-4F74-14F817809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 dirty="0" err="1"/>
              <a:t>Weerstation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 err="1"/>
              <a:t>Afhankelijk</a:t>
            </a:r>
            <a:r>
              <a:rPr lang="en-US" dirty="0"/>
              <a:t> </a:t>
            </a:r>
            <a:r>
              <a:rPr lang="en-US" dirty="0" err="1"/>
              <a:t>weeromstandigheden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r>
              <a:rPr lang="en-US" dirty="0" err="1"/>
              <a:t>efficienter</a:t>
            </a:r>
          </a:p>
          <a:p>
            <a:pPr>
              <a:buFont typeface="Calibri" panose="020B0604020202020204" pitchFamily="34" charset="0"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443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11FB-8DFA-E6E5-CB1E-B4D837F72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Afspraken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5F97B-72DC-DA4F-C5E4-AF3A1B4E6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Dinsdag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donderdag</a:t>
            </a:r>
            <a:r>
              <a:rPr lang="en-US" dirty="0"/>
              <a:t> </a:t>
            </a:r>
            <a:r>
              <a:rPr lang="en-US" dirty="0" err="1"/>
              <a:t>aanwezig</a:t>
            </a:r>
          </a:p>
          <a:p>
            <a:r>
              <a:rPr lang="en-US" dirty="0" err="1"/>
              <a:t>Afwezigheid</a:t>
            </a:r>
            <a:r>
              <a:rPr lang="en-US" dirty="0"/>
              <a:t> --&gt; </a:t>
            </a:r>
            <a:r>
              <a:rPr lang="en-US" dirty="0" err="1"/>
              <a:t>bericht</a:t>
            </a:r>
            <a:endParaRPr lang="en-US" dirty="0"/>
          </a:p>
          <a:p>
            <a:r>
              <a:rPr lang="en-US" dirty="0"/>
              <a:t>2e </a:t>
            </a:r>
            <a:r>
              <a:rPr lang="en-US" dirty="0" err="1"/>
              <a:t>dinsdag</a:t>
            </a:r>
            <a:r>
              <a:rPr lang="en-US" dirty="0"/>
              <a:t> </a:t>
            </a:r>
          </a:p>
          <a:p>
            <a:r>
              <a:rPr lang="en-US" dirty="0"/>
              <a:t>email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467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5226-A54B-FDF5-C7A6-4A13B621A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Projectbeheer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46C1D-D8CE-7F3A-2E51-2F917D758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Whatsapp</a:t>
            </a:r>
            <a:r>
              <a:rPr lang="en-US" dirty="0"/>
              <a:t> </a:t>
            </a:r>
          </a:p>
          <a:p>
            <a:r>
              <a:rPr lang="en-US" dirty="0" err="1"/>
              <a:t>Github</a:t>
            </a:r>
          </a:p>
          <a:p>
            <a:r>
              <a:rPr lang="en-US" dirty="0"/>
              <a:t>Trello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D65DB-9414-19B6-E138-F4EA6B47D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322A-4B6B-4364-9AAB-99A976E59404}" type="datetime1"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D488E-D7E1-3E02-757E-BCF66BF70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255B9-FBE3-EFEC-AC63-34BE06C5A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84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3E6ED-BEF6-952F-6626-07E77DAF0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1B1B3-98BF-31E8-4A56-39D961D05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/>
              <a:t>Product backlog 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 err="1"/>
              <a:t>verslagen</a:t>
            </a:r>
            <a:r>
              <a:rPr lang="en-US" dirty="0"/>
              <a:t> 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Microcontrollers, </a:t>
            </a:r>
            <a:r>
              <a:rPr lang="en-US" dirty="0" err="1"/>
              <a:t>sensoren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388EB-32A3-01C8-23AB-BC525461B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9CFAB-F07A-49CB-AB17-80CD7B62C511}" type="datetime1"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698F4-81A1-CAE2-0F52-312F224AA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A67DD-32F4-7F7D-52E5-B9056987E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176865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DashVTI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DashVTI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Dash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E0E31462-65AE-4087-9B94-B3347EE711B2}" vid="{CA8B31CB-369F-4872-A917-A9EAAF91827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DashVTI</vt:lpstr>
      <vt:lpstr>Sprint 0</vt:lpstr>
      <vt:lpstr>Wat houd het project in?</vt:lpstr>
      <vt:lpstr>Probleem</vt:lpstr>
      <vt:lpstr>Oplossingen</vt:lpstr>
      <vt:lpstr>Afspraken</vt:lpstr>
      <vt:lpstr>Projectbeheer</vt:lpstr>
      <vt:lpstr>Sprint 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152</cp:revision>
  <dcterms:created xsi:type="dcterms:W3CDTF">2025-09-16T08:43:07Z</dcterms:created>
  <dcterms:modified xsi:type="dcterms:W3CDTF">2025-09-16T11:09:11Z</dcterms:modified>
</cp:coreProperties>
</file>