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44C8CA-DB8B-7EC3-5094-107E2418DE20}" v="486" dt="2025-09-16T11:09:05.062"/>
    <p1510:client id="{E0B0D5BE-EB83-8B59-5A21-78881B93F5A0}" v="239" dt="2025-09-16T09:41:02.1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417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21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007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197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332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475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92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670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963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167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58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83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Sprint 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2469" y="4584879"/>
            <a:ext cx="9979220" cy="1287887"/>
          </a:xfrm>
        </p:spPr>
        <p:txBody>
          <a:bodyPr/>
          <a:lstStyle/>
          <a:p>
            <a:r>
              <a:rPr lang="en-US" sz="2000" dirty="0"/>
              <a:t>Plastic </a:t>
            </a:r>
            <a:r>
              <a:rPr lang="en-US" sz="2000" err="1"/>
              <a:t>vanger</a:t>
            </a:r>
            <a:endParaRPr lang="en-US" sz="2000"/>
          </a:p>
          <a:p>
            <a:r>
              <a:rPr lang="en-US" sz="1100" dirty="0"/>
              <a:t>Aron, </a:t>
            </a:r>
            <a:r>
              <a:rPr lang="en-US" sz="1100" dirty="0" err="1"/>
              <a:t>merel</a:t>
            </a:r>
            <a:r>
              <a:rPr lang="en-US" sz="1100" dirty="0"/>
              <a:t>, </a:t>
            </a:r>
            <a:r>
              <a:rPr lang="en-US" sz="1100" dirty="0" err="1"/>
              <a:t>pavlo</a:t>
            </a:r>
            <a:r>
              <a:rPr lang="en-US" sz="1100" dirty="0"/>
              <a:t>, Jullian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7AE4-B4AC-A08B-CFA8-C35DC668A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4" name="Content Placeholder 3" descr="CLEAR RIVERS | LinkedIn">
            <a:extLst>
              <a:ext uri="{FF2B5EF4-FFF2-40B4-BE49-F238E27FC236}">
                <a16:creationId xmlns:a16="http://schemas.microsoft.com/office/drawing/2014/main" id="{929D3BF8-FDA6-107A-50AE-D2AC5163B8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8318" r="116" b="39369"/>
          <a:stretch>
            <a:fillRect/>
          </a:stretch>
        </p:blipFill>
        <p:spPr>
          <a:xfrm>
            <a:off x="1735668" y="2084442"/>
            <a:ext cx="8699937" cy="19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74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B6A7-B3F8-87A7-7388-066713A39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Probleem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AA6EE-3907-2D2E-4EFB-7ED660F3B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Plastic in de </a:t>
            </a:r>
            <a:r>
              <a:rPr lang="en-US" dirty="0" err="1"/>
              <a:t>vaargeul</a:t>
            </a:r>
          </a:p>
          <a:p>
            <a:r>
              <a:rPr lang="en-US" dirty="0"/>
              <a:t>Motor</a:t>
            </a:r>
          </a:p>
          <a:p>
            <a:r>
              <a:rPr lang="en-US" dirty="0" err="1"/>
              <a:t>Handmatig</a:t>
            </a:r>
            <a:r>
              <a:rPr lang="en-US" dirty="0"/>
              <a:t> </a:t>
            </a:r>
            <a:r>
              <a:rPr lang="en-US" dirty="0" err="1"/>
              <a:t>bestuurd</a:t>
            </a:r>
            <a:r>
              <a:rPr lang="en-US" dirty="0"/>
              <a:t> </a:t>
            </a:r>
            <a:r>
              <a:rPr lang="en-US" dirty="0" err="1"/>
              <a:t>worden</a:t>
            </a:r>
            <a:endParaRPr lang="en-US" dirty="0"/>
          </a:p>
          <a:p>
            <a:r>
              <a:rPr lang="en-US" dirty="0" err="1"/>
              <a:t>Onefficient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658E6-2642-2CD2-1AC2-A1DCF4F6C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008" y="1371601"/>
            <a:ext cx="5171392" cy="403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299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19FB9-6FE7-E100-8D6E-284D65AE0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Oplossingen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858F2-BCFA-E55A-4F74-14F817809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en-US" dirty="0" err="1"/>
              <a:t>Weerstation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dirty="0" err="1"/>
              <a:t>Afhankelijk</a:t>
            </a:r>
            <a:r>
              <a:rPr lang="en-US" dirty="0"/>
              <a:t> </a:t>
            </a:r>
            <a:r>
              <a:rPr lang="en-US" dirty="0" err="1"/>
              <a:t>weeromstandigheden</a:t>
            </a:r>
            <a:endParaRPr lang="en-US" dirty="0"/>
          </a:p>
          <a:p>
            <a:pPr>
              <a:buFont typeface="Calibri" panose="020B0604020202020204" pitchFamily="34" charset="0"/>
              <a:buChar char="-"/>
            </a:pPr>
            <a:r>
              <a:rPr lang="en-US" dirty="0" err="1"/>
              <a:t>Efficienter</a:t>
            </a:r>
            <a:endParaRPr lang="en-US" dirty="0"/>
          </a:p>
          <a:p>
            <a:pPr>
              <a:buFont typeface="Calibri" panose="020B0604020202020204" pitchFamily="34" charset="0"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443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D11FB-8DFA-E6E5-CB1E-B4D837F72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Afspraken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5F97B-72DC-DA4F-C5E4-AF3A1B4E6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Dinsdag</a:t>
            </a:r>
            <a:r>
              <a:rPr lang="en-US" dirty="0"/>
              <a:t> 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donderdag</a:t>
            </a:r>
            <a:r>
              <a:rPr lang="en-US" dirty="0"/>
              <a:t> </a:t>
            </a:r>
            <a:r>
              <a:rPr lang="en-US" dirty="0" err="1"/>
              <a:t>aanwezig</a:t>
            </a:r>
          </a:p>
          <a:p>
            <a:r>
              <a:rPr lang="en-US" dirty="0" err="1"/>
              <a:t>Afwezigheid</a:t>
            </a:r>
            <a:r>
              <a:rPr lang="en-US" dirty="0"/>
              <a:t> --&gt; </a:t>
            </a:r>
            <a:r>
              <a:rPr lang="en-US" dirty="0" err="1"/>
              <a:t>bericht</a:t>
            </a:r>
            <a:endParaRPr lang="en-US" dirty="0"/>
          </a:p>
          <a:p>
            <a:r>
              <a:rPr lang="en-US" dirty="0"/>
              <a:t>2e </a:t>
            </a:r>
            <a:r>
              <a:rPr lang="en-US" dirty="0" err="1"/>
              <a:t>dinsdag</a:t>
            </a:r>
            <a:r>
              <a:rPr lang="en-US" dirty="0"/>
              <a:t> </a:t>
            </a:r>
          </a:p>
          <a:p>
            <a:r>
              <a:rPr lang="en-US" dirty="0"/>
              <a:t>Email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467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D5226-A54B-FDF5-C7A6-4A13B621A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Projectbeheer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46C1D-D8CE-7F3A-2E51-2F917D758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Whatsapp</a:t>
            </a:r>
            <a:r>
              <a:rPr lang="en-US" dirty="0"/>
              <a:t> </a:t>
            </a:r>
          </a:p>
          <a:p>
            <a:r>
              <a:rPr lang="en-US" dirty="0" err="1"/>
              <a:t>Github</a:t>
            </a:r>
          </a:p>
          <a:p>
            <a:r>
              <a:rPr lang="en-US" dirty="0"/>
              <a:t>Trello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D65DB-9414-19B6-E138-F4EA6B47D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322A-4B6B-4364-9AAB-99A976E59404}" type="datetime1">
              <a:rPr lang="en-NL"/>
              <a:t>16/09/2025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D488E-D7E1-3E02-757E-BCF66BF70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255B9-FBE3-EFEC-AC63-34BE06C5A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584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E6ED-BEF6-952F-6626-07E77DAF0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1B1B3-98BF-31E8-4A56-39D961D05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en-US" dirty="0"/>
              <a:t>Product backlog 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dirty="0" err="1"/>
              <a:t>Verslagen</a:t>
            </a:r>
            <a:r>
              <a:rPr lang="en-US" dirty="0"/>
              <a:t> 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nl-NL" dirty="0"/>
              <a:t>1. Ik wil dat de windsnelheid op locatie gemeten word.</a:t>
            </a:r>
          </a:p>
          <a:p>
            <a:pPr marL="265176" lvl="1" indent="0">
              <a:buNone/>
            </a:pPr>
            <a:r>
              <a:rPr lang="nl-NL" sz="1600" dirty="0"/>
              <a:t>1.1 </a:t>
            </a:r>
            <a:r>
              <a:rPr lang="nl-NL" dirty="0"/>
              <a:t>Onderzoek  de opties van de windsnelheid sensoren.</a:t>
            </a:r>
            <a:endParaRPr lang="en-US" sz="1200" dirty="0"/>
          </a:p>
          <a:p>
            <a:pPr marL="0" indent="0">
              <a:buNone/>
            </a:pPr>
            <a:r>
              <a:rPr lang="nl-NL" dirty="0"/>
              <a:t>    </a:t>
            </a:r>
            <a:r>
              <a:rPr lang="nl-NL" sz="1600" dirty="0"/>
              <a:t>1.2 Schrijf het onderzoekverslag van het onderzoek van windsnelheid sensoren.</a:t>
            </a:r>
          </a:p>
          <a:p>
            <a:pPr>
              <a:buFontTx/>
              <a:buChar char="-"/>
            </a:pPr>
            <a:r>
              <a:rPr lang="nl-NL" dirty="0"/>
              <a:t>6. Ik wil dat de motor en het weerstation moeten afhankelijk zijn van de microcontroller.</a:t>
            </a:r>
          </a:p>
          <a:p>
            <a:pPr marL="0" indent="0">
              <a:buNone/>
            </a:pPr>
            <a:r>
              <a:rPr lang="nl-NL" sz="1600" dirty="0"/>
              <a:t>    6.1. Onderzoek de opties van microcontrollers</a:t>
            </a:r>
            <a:r>
              <a:rPr lang="nl-NL" dirty="0"/>
              <a:t>.</a:t>
            </a:r>
          </a:p>
          <a:p>
            <a:pPr marL="0" indent="0">
              <a:buNone/>
            </a:pPr>
            <a:r>
              <a:rPr lang="nl-NL" sz="1600" dirty="0"/>
              <a:t>    6.2. Schrijf het onderzoekverslag van het onderzoek van microcontrollers.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388EB-32A3-01C8-23AB-BC525461B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CFAB-F07A-49CB-AB17-80CD7B62C511}" type="datetime1">
              <a:rPr lang="en-NL"/>
              <a:t>16/09/2025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698F4-81A1-CAE2-0F52-312F224AA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A67DD-32F4-7F7D-52E5-B9056987E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17686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125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Grandview Display</vt:lpstr>
      <vt:lpstr>DashVTI</vt:lpstr>
      <vt:lpstr>Sprint 0</vt:lpstr>
      <vt:lpstr>PowerPoint Presentation</vt:lpstr>
      <vt:lpstr>Probleem</vt:lpstr>
      <vt:lpstr>Oplossingen</vt:lpstr>
      <vt:lpstr>Afspraken</vt:lpstr>
      <vt:lpstr>Projectbeheer</vt:lpstr>
      <vt:lpstr>Sprint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Pavlo Petrashkevych</cp:lastModifiedBy>
  <cp:revision>154</cp:revision>
  <dcterms:created xsi:type="dcterms:W3CDTF">2025-09-16T08:43:07Z</dcterms:created>
  <dcterms:modified xsi:type="dcterms:W3CDTF">2025-09-16T11:20:37Z</dcterms:modified>
</cp:coreProperties>
</file>