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57" r:id="rId3"/>
    <p:sldId id="258" r:id="rId4"/>
    <p:sldId id="259" r:id="rId5"/>
    <p:sldId id="264" r:id="rId6"/>
    <p:sldId id="260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06279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460533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412597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82633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835074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80696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281919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069160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21-11-2025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26792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en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47521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eraat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581145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402140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ferte 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432994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ar of onwa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5663697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144645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4BDB28-6DF7-4627-A556-6E3BD3FA65A4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043122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4BDB28-6DF7-4627-A556-6E3BD3FA65A4}" type="datetimeFigureOut">
              <a:rPr lang="nl-NL" smtClean="0"/>
              <a:t>21-11-2025</a:t>
            </a:fld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3C70E05F-83A4-4626-8830-A36167133CB0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49066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5B8E70-EF4B-3E2B-67B6-B3641C18E4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Plastic </a:t>
            </a:r>
            <a:r>
              <a:rPr lang="en-US" dirty="0" err="1"/>
              <a:t>vanger</a:t>
            </a:r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A760381B-5109-F244-8B30-3130673D0C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62500" lnSpcReduction="20000"/>
          </a:bodyPr>
          <a:lstStyle/>
          <a:p>
            <a:pPr algn="l"/>
            <a:r>
              <a:rPr lang="en-US" dirty="0"/>
              <a:t>Merel van der Leeden</a:t>
            </a:r>
          </a:p>
          <a:p>
            <a:pPr algn="l"/>
            <a:r>
              <a:rPr lang="en-US" dirty="0"/>
              <a:t>Aron </a:t>
            </a:r>
            <a:r>
              <a:rPr lang="en-US" dirty="0" err="1"/>
              <a:t>Vleij</a:t>
            </a:r>
            <a:endParaRPr lang="en-US" dirty="0"/>
          </a:p>
          <a:p>
            <a:pPr algn="l"/>
            <a:r>
              <a:rPr lang="en-US" dirty="0"/>
              <a:t>Pavlo </a:t>
            </a:r>
            <a:r>
              <a:rPr lang="en-US" dirty="0" err="1"/>
              <a:t>Petraschkevych</a:t>
            </a:r>
            <a:endParaRPr lang="en-US" dirty="0"/>
          </a:p>
          <a:p>
            <a:pPr algn="l"/>
            <a:r>
              <a:rPr lang="en-US" dirty="0"/>
              <a:t>Jullian Lima Spencer</a:t>
            </a:r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371664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FB1FEF-707D-7D17-F031-240296C85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Inleiding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7FEC7B6-2F1F-3795-35B1-467E5CAFC6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Vorige</a:t>
            </a:r>
            <a:r>
              <a:rPr lang="en-US" dirty="0"/>
              <a:t> sprint</a:t>
            </a:r>
          </a:p>
          <a:p>
            <a:r>
              <a:rPr lang="en-US" dirty="0"/>
              <a:t>Flowchart</a:t>
            </a:r>
          </a:p>
          <a:p>
            <a:r>
              <a:rPr lang="en-US" dirty="0" err="1"/>
              <a:t>Probleem</a:t>
            </a:r>
            <a:r>
              <a:rPr lang="en-US" dirty="0"/>
              <a:t> </a:t>
            </a:r>
            <a:r>
              <a:rPr lang="en-US" dirty="0" err="1"/>
              <a:t>opstelling</a:t>
            </a:r>
            <a:r>
              <a:rPr lang="en-US" dirty="0"/>
              <a:t>/Requirements</a:t>
            </a:r>
          </a:p>
          <a:p>
            <a:r>
              <a:rPr lang="en-US" dirty="0"/>
              <a:t>Test plan</a:t>
            </a:r>
          </a:p>
          <a:p>
            <a:r>
              <a:rPr lang="en-US" dirty="0"/>
              <a:t>Sprint 4</a:t>
            </a:r>
          </a:p>
          <a:p>
            <a:r>
              <a:rPr lang="en-US" dirty="0"/>
              <a:t>Retrospective 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703085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C75EE1-DA87-3BCF-5F4D-978D48861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Vorige</a:t>
            </a:r>
            <a:r>
              <a:rPr lang="en-US" dirty="0"/>
              <a:t> sprint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52915A9-7214-0836-7C2C-31C6C1889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Sensoren</a:t>
            </a:r>
            <a:r>
              <a:rPr lang="en-US" dirty="0"/>
              <a:t> </a:t>
            </a:r>
            <a:r>
              <a:rPr lang="en-US" dirty="0" err="1"/>
              <a:t>nog</a:t>
            </a:r>
            <a:r>
              <a:rPr lang="en-US" dirty="0"/>
              <a:t> </a:t>
            </a:r>
            <a:r>
              <a:rPr lang="en-US" dirty="0" err="1"/>
              <a:t>niet</a:t>
            </a:r>
            <a:r>
              <a:rPr lang="en-US" dirty="0"/>
              <a:t> </a:t>
            </a:r>
            <a:r>
              <a:rPr lang="en-US" dirty="0" err="1"/>
              <a:t>binnen</a:t>
            </a:r>
            <a:endParaRPr lang="en-US" dirty="0"/>
          </a:p>
          <a:p>
            <a:r>
              <a:rPr lang="en-US" dirty="0" err="1"/>
              <a:t>probleem</a:t>
            </a:r>
            <a:r>
              <a:rPr lang="en-US" dirty="0"/>
              <a:t> </a:t>
            </a:r>
            <a:r>
              <a:rPr lang="en-US" dirty="0" err="1"/>
              <a:t>opstelling</a:t>
            </a:r>
            <a:endParaRPr lang="en-US" dirty="0"/>
          </a:p>
          <a:p>
            <a:r>
              <a:rPr lang="en-US" dirty="0"/>
              <a:t>Test plan</a:t>
            </a:r>
          </a:p>
          <a:p>
            <a:r>
              <a:rPr lang="en-US" dirty="0" err="1"/>
              <a:t>Literatuur</a:t>
            </a:r>
            <a:r>
              <a:rPr lang="en-US" dirty="0"/>
              <a:t> </a:t>
            </a:r>
            <a:r>
              <a:rPr lang="en-US" dirty="0" err="1"/>
              <a:t>onderzoek</a:t>
            </a:r>
            <a:r>
              <a:rPr lang="en-US" dirty="0"/>
              <a:t> workshop </a:t>
            </a:r>
            <a:r>
              <a:rPr lang="en-US" dirty="0" err="1"/>
              <a:t>voorbereiden</a:t>
            </a:r>
            <a:r>
              <a:rPr lang="en-US" dirty="0"/>
              <a:t> training </a:t>
            </a:r>
            <a:r>
              <a:rPr lang="en-US" dirty="0" err="1"/>
              <a:t>mediatheek</a:t>
            </a:r>
            <a:endParaRPr lang="en-US" dirty="0"/>
          </a:p>
          <a:p>
            <a:r>
              <a:rPr lang="en-US" dirty="0"/>
              <a:t>User story: </a:t>
            </a:r>
            <a:r>
              <a:rPr lang="nl-NL" dirty="0">
                <a:solidFill>
                  <a:schemeClr val="dk1"/>
                </a:solidFill>
              </a:rPr>
              <a:t>7.Het weerstation is bestendig tegen water en extreem weer.</a:t>
            </a:r>
            <a:endParaRPr lang="nl-NL" dirty="0"/>
          </a:p>
          <a:p>
            <a:pPr lvl="1"/>
            <a:r>
              <a:rPr lang="nl-NL" dirty="0"/>
              <a:t>Taak: </a:t>
            </a:r>
            <a:r>
              <a:rPr lang="nl-NL" dirty="0">
                <a:solidFill>
                  <a:schemeClr val="dk1"/>
                </a:solidFill>
              </a:rPr>
              <a:t>7.1 Onderzoek waterdichte en stevig in extreem weer behuizingen.</a:t>
            </a:r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785657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EA38B2-D1AE-64F0-A4F3-0DB67CD76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Flowchart</a:t>
            </a:r>
            <a:br>
              <a:rPr lang="en-US" dirty="0"/>
            </a:b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82EA700-1C00-F00C-7D35-0A6C24CBEC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Bekijk</a:t>
            </a:r>
            <a:r>
              <a:rPr lang="en-US" dirty="0"/>
              <a:t> de flowchart 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132989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2DDCA6-A1C5-6679-1D76-E91EEC962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Probleem</a:t>
            </a:r>
            <a:r>
              <a:rPr lang="en-US" dirty="0"/>
              <a:t> </a:t>
            </a:r>
            <a:r>
              <a:rPr lang="en-US" dirty="0" err="1"/>
              <a:t>opstelling</a:t>
            </a:r>
            <a:r>
              <a:rPr lang="en-US" dirty="0"/>
              <a:t>/Requirements 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F524AED-D46E-419F-A025-49F15E6431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Vernieuwde</a:t>
            </a:r>
            <a:r>
              <a:rPr lang="en-US" dirty="0"/>
              <a:t> requirements </a:t>
            </a:r>
            <a:r>
              <a:rPr lang="en-US" dirty="0" err="1"/>
              <a:t>bekijken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1065864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5555DC-FF54-9D7D-7326-64E5AF145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plan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7527F1C-F5C6-CDBD-5525-75B960A31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pPr marL="0" indent="0">
              <a:buNone/>
            </a:pP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502936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2E98F3-8EAC-7B90-E507-A1ECD9DD7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Sprint 4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10530DC-6AE7-AFD6-9787-9E4BE91135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Ophalen</a:t>
            </a:r>
            <a:r>
              <a:rPr lang="en-US" dirty="0"/>
              <a:t> van </a:t>
            </a:r>
            <a:r>
              <a:rPr lang="en-US" dirty="0" err="1"/>
              <a:t>sensoren</a:t>
            </a:r>
            <a:endParaRPr lang="nl-NL" dirty="0"/>
          </a:p>
        </p:txBody>
      </p:sp>
      <p:graphicFrame>
        <p:nvGraphicFramePr>
          <p:cNvPr id="5" name="Tabel 4">
            <a:extLst>
              <a:ext uri="{FF2B5EF4-FFF2-40B4-BE49-F238E27FC236}">
                <a16:creationId xmlns:a16="http://schemas.microsoft.com/office/drawing/2014/main" id="{E24CFB5F-CB88-D0D9-0270-4865BBDFA4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7337714"/>
              </p:ext>
            </p:extLst>
          </p:nvPr>
        </p:nvGraphicFramePr>
        <p:xfrm>
          <a:off x="3716031" y="1158240"/>
          <a:ext cx="8128000" cy="509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65030210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063980556"/>
                    </a:ext>
                  </a:extLst>
                </a:gridCol>
              </a:tblGrid>
              <a:tr h="362918">
                <a:tc>
                  <a:txBody>
                    <a:bodyPr/>
                    <a:lstStyle/>
                    <a:p>
                      <a:r>
                        <a:rPr lang="en-US" dirty="0"/>
                        <a:t>User story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taak</a:t>
                      </a:r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543142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1.1 Ik wil dat er een sensor is die de windsnelheid meet zodat ik de data van de windsnelheid kan krijgen.</a:t>
                      </a:r>
                      <a:endParaRPr lang="nl-NL" sz="1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1.1.4 Kalibreer de windsnelheid sensor.</a:t>
                      </a:r>
                    </a:p>
                    <a:p>
                      <a:endParaRPr lang="nl-NL" sz="1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43029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nl-NL" sz="1400" b="0" kern="100" dirty="0">
                          <a:effectLst/>
                          <a:latin typeface="Arial" panose="020B0604020202020204" pitchFamily="34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1.2 Ik wil dat de windsnelheid gemeten word vanuit het weerstation.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1.2.1 Integreer de </a:t>
                      </a:r>
                      <a:r>
                        <a:rPr lang="nl-NL" sz="1400" b="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windssnelheids</a:t>
                      </a:r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 sensor met de micro controller.</a:t>
                      </a:r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1.2.2 Maak een elektrisch schema van het weerstation.</a:t>
                      </a:r>
                    </a:p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1.2.3 Test de windsnelheid sensor.</a:t>
                      </a:r>
                    </a:p>
                    <a:p>
                      <a:endParaRPr lang="nl-NL" sz="1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2317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2.1 Ik wil dat er een sensor is die de windrichting meet zodat ik de data van de windrichting kan krijgen.</a:t>
                      </a:r>
                      <a:endParaRPr lang="nl-NL" sz="1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2.1.4 Kalibeer de windrichting sensor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20465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2.2 ik wil dat de windrichting gemeten word vanuit het weerstation.</a:t>
                      </a:r>
                      <a:endParaRPr lang="nl-NL" sz="1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2.2.1 Integreer de windrichting sensor met de micro controller.</a:t>
                      </a:r>
                    </a:p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2.2.2 Maak een elektrisch schema van het weerstation.</a:t>
                      </a:r>
                    </a:p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2.2.3 Test de windrichting sensor.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20507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4.1 Ik wil dat het weerstation altijd buiten kan blijven zonder dat ik me zorgen hoef te maken dat die kapot gaat.</a:t>
                      </a:r>
                      <a:endParaRPr lang="nl-NL" sz="1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4.1.2 Maak een schets van de behuizing</a:t>
                      </a:r>
                    </a:p>
                    <a:p>
                      <a:r>
                        <a:rPr lang="nl-NL" sz="1400" b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4.1.3 Ontwerp de behuizing.</a:t>
                      </a:r>
                    </a:p>
                    <a:p>
                      <a:endParaRPr lang="nl-NL" sz="1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64386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351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3313C5-21B6-6685-A5E9-1C5386B3A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Retrospective 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8E37135-B666-7C88-A94F-6C16C216B7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aanwezigheid</a:t>
            </a:r>
            <a:endParaRPr lang="en-US" dirty="0"/>
          </a:p>
          <a:p>
            <a:r>
              <a:rPr lang="en-US" dirty="0" err="1"/>
              <a:t>Weinig</a:t>
            </a:r>
            <a:r>
              <a:rPr lang="en-US" dirty="0"/>
              <a:t> </a:t>
            </a:r>
            <a:r>
              <a:rPr lang="en-US" dirty="0" err="1"/>
              <a:t>werk</a:t>
            </a:r>
            <a:r>
              <a:rPr lang="en-US" dirty="0"/>
              <a:t> </a:t>
            </a:r>
            <a:r>
              <a:rPr lang="en-US" dirty="0" err="1"/>
              <a:t>dat</a:t>
            </a:r>
            <a:r>
              <a:rPr lang="en-US" dirty="0"/>
              <a:t> we </a:t>
            </a:r>
            <a:r>
              <a:rPr lang="en-US" dirty="0" err="1"/>
              <a:t>konden</a:t>
            </a:r>
            <a:r>
              <a:rPr lang="en-US" dirty="0"/>
              <a:t> </a:t>
            </a:r>
            <a:r>
              <a:rPr lang="en-US" dirty="0" err="1"/>
              <a:t>doen</a:t>
            </a:r>
            <a:endParaRPr lang="en-US" dirty="0"/>
          </a:p>
          <a:p>
            <a:r>
              <a:rPr lang="en-US" dirty="0" err="1"/>
              <a:t>comunicatie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627111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351</TotalTime>
  <Words>264</Words>
  <Application>Microsoft Office PowerPoint</Application>
  <PresentationFormat>Breedbeeld</PresentationFormat>
  <Paragraphs>47</Paragraphs>
  <Slides>8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8</vt:i4>
      </vt:variant>
    </vt:vector>
  </HeadingPairs>
  <TitlesOfParts>
    <vt:vector size="12" baseType="lpstr">
      <vt:lpstr>Arial</vt:lpstr>
      <vt:lpstr>Trebuchet MS</vt:lpstr>
      <vt:lpstr>Wingdings 3</vt:lpstr>
      <vt:lpstr>Facet</vt:lpstr>
      <vt:lpstr>Plastic vanger</vt:lpstr>
      <vt:lpstr>Inleiding</vt:lpstr>
      <vt:lpstr>Vorige sprint</vt:lpstr>
      <vt:lpstr>Flowchart </vt:lpstr>
      <vt:lpstr>Probleem opstelling/Requirements </vt:lpstr>
      <vt:lpstr>Test plan</vt:lpstr>
      <vt:lpstr>Sprint 4</vt:lpstr>
      <vt:lpstr>Retrospective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Merel van der Leeden (1103194)</dc:creator>
  <cp:lastModifiedBy>Merel van der Leeden (1103194)</cp:lastModifiedBy>
  <cp:revision>4</cp:revision>
  <dcterms:created xsi:type="dcterms:W3CDTF">2025-10-28T11:43:37Z</dcterms:created>
  <dcterms:modified xsi:type="dcterms:W3CDTF">2025-11-21T12:51:59Z</dcterms:modified>
</cp:coreProperties>
</file>