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62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6053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1259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263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3507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0696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28191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6916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6792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7521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58114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0214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3299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66369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44645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4312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4BDB28-6DF7-4627-A556-6E3BD3FA65A4}" type="datetimeFigureOut">
              <a:rPr lang="nl-NL" smtClean="0"/>
              <a:t>28-10-2025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066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5B8E70-EF4B-3E2B-67B6-B3641C18E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760381B-5109-F244-8B30-3130673D0C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37166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FB1FEF-707D-7D17-F031-240296C8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7FEC7B6-2F1F-3795-35B1-467E5CAFC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</a:t>
            </a:r>
          </a:p>
          <a:p>
            <a:r>
              <a:rPr lang="en-US" dirty="0"/>
              <a:t>Flowchart</a:t>
            </a:r>
          </a:p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r>
              <a:rPr lang="en-US" dirty="0"/>
              <a:t>/Requirements</a:t>
            </a:r>
          </a:p>
          <a:p>
            <a:r>
              <a:rPr lang="en-US" dirty="0"/>
              <a:t>Test plan</a:t>
            </a:r>
          </a:p>
          <a:p>
            <a:r>
              <a:rPr lang="en-US" dirty="0"/>
              <a:t>Sprint 4</a:t>
            </a:r>
          </a:p>
          <a:p>
            <a:r>
              <a:rPr lang="en-US" dirty="0"/>
              <a:t>Retrospective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70308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C75EE1-DA87-3BCF-5F4D-978D4886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2915A9-7214-0836-7C2C-31C6C1889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binnen</a:t>
            </a:r>
            <a:endParaRPr lang="en-US" dirty="0"/>
          </a:p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endParaRPr lang="en-US" dirty="0"/>
          </a:p>
          <a:p>
            <a:r>
              <a:rPr lang="en-US" dirty="0"/>
              <a:t>Test plan</a:t>
            </a:r>
          </a:p>
          <a:p>
            <a:r>
              <a:rPr lang="en-US" dirty="0" err="1"/>
              <a:t>Literatuur</a:t>
            </a:r>
            <a:r>
              <a:rPr lang="en-US" dirty="0"/>
              <a:t> </a:t>
            </a:r>
            <a:r>
              <a:rPr lang="en-US" dirty="0" err="1"/>
              <a:t>onderzoek</a:t>
            </a:r>
            <a:r>
              <a:rPr lang="en-US" dirty="0"/>
              <a:t> workshop </a:t>
            </a:r>
            <a:r>
              <a:rPr lang="en-US" dirty="0" err="1"/>
              <a:t>voorbereiden</a:t>
            </a:r>
            <a:r>
              <a:rPr lang="en-US" dirty="0"/>
              <a:t> training </a:t>
            </a:r>
            <a:r>
              <a:rPr lang="en-US" dirty="0" err="1"/>
              <a:t>mediatheek</a:t>
            </a:r>
            <a:endParaRPr lang="en-US" dirty="0"/>
          </a:p>
          <a:p>
            <a:r>
              <a:rPr lang="en-US" dirty="0"/>
              <a:t>User story: </a:t>
            </a:r>
            <a:r>
              <a:rPr lang="nl-NL" dirty="0">
                <a:solidFill>
                  <a:schemeClr val="dk1"/>
                </a:solidFill>
              </a:rPr>
              <a:t>7.Het weerstation is bestendig tegen water en extreem weer.</a:t>
            </a:r>
            <a:endParaRPr lang="nl-NL" dirty="0"/>
          </a:p>
          <a:p>
            <a:pPr lvl="1"/>
            <a:r>
              <a:rPr lang="nl-NL" dirty="0"/>
              <a:t>Taak: </a:t>
            </a:r>
            <a:r>
              <a:rPr lang="nl-NL" dirty="0">
                <a:solidFill>
                  <a:schemeClr val="dk1"/>
                </a:solidFill>
              </a:rPr>
              <a:t>7.1 Onderzoek waterdichte en stevig in extreem weer behuizingen.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85657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EA38B2-D1AE-64F0-A4F3-0DB67CD76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Flowchart</a:t>
            </a:r>
            <a:br>
              <a:rPr lang="en-US" dirty="0"/>
            </a:b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82EA700-1C00-F00C-7D35-0A6C24CBEC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Bekijk</a:t>
            </a:r>
            <a:r>
              <a:rPr lang="en-US" dirty="0"/>
              <a:t> de flowchart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32989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2DDCA6-A1C5-6679-1D76-E91EEC962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r>
              <a:rPr lang="en-US" dirty="0"/>
              <a:t>/Requirements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F524AED-D46E-419F-A025-49F15E643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Vernieuwde</a:t>
            </a:r>
            <a:r>
              <a:rPr lang="en-US" dirty="0"/>
              <a:t> requirements </a:t>
            </a:r>
            <a:r>
              <a:rPr lang="en-US" dirty="0" err="1"/>
              <a:t>bekijken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658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5555DC-FF54-9D7D-7326-64E5AF145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plan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7527F1C-F5C6-CDBD-5525-75B960A31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50293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2E98F3-8EAC-7B90-E507-A1ECD9DD7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4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10530DC-6AE7-AFD6-9787-9E4BE9113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Ophalen</a:t>
            </a:r>
            <a:r>
              <a:rPr lang="en-US" dirty="0"/>
              <a:t> van </a:t>
            </a:r>
            <a:r>
              <a:rPr lang="en-US" dirty="0" err="1"/>
              <a:t>sensoren</a:t>
            </a:r>
            <a:endParaRPr lang="nl-NL" dirty="0"/>
          </a:p>
        </p:txBody>
      </p:sp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E24CFB5F-CB88-D0D9-0270-4865BBDFA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385443"/>
              </p:ext>
            </p:extLst>
          </p:nvPr>
        </p:nvGraphicFramePr>
        <p:xfrm>
          <a:off x="3666870" y="951202"/>
          <a:ext cx="812800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5030210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63980556"/>
                    </a:ext>
                  </a:extLst>
                </a:gridCol>
              </a:tblGrid>
              <a:tr h="362918">
                <a:tc>
                  <a:txBody>
                    <a:bodyPr/>
                    <a:lstStyle/>
                    <a:p>
                      <a:r>
                        <a:rPr lang="en-US" dirty="0"/>
                        <a:t>User story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taak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314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1.1 Ik wil dat er een sensor is die de windsnelheid meet zodat ik de data van de windsnelheid kan krijgen.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1.1.4 Kalibreer de windsnelheid sensor.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302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400" b="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1.2 Ik wil dat de windsnelheid gemeten word vanuit het weerstation.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1.2.1 Integreer de </a:t>
                      </a:r>
                      <a:r>
                        <a:rPr lang="nl-NL" sz="1400" b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windssnelheids</a:t>
                      </a: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sensor met de micro controller.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1.2.2 Maak een elektrisch schema van het weerstation.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1.2.3 Test de windsnelheid sensor.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31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2.1 Ik wil dat er een sensor is die de windrichting meet zodat ik de data van de windrichting kan krijgen.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2.1.4 Kalibeer de windrichting sensor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046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 ik wil dat de windrichting gemeten word vanuit het weerstation.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2.2.1 Integreer de windrichting sensor met de micro controller.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2.2.2 Maak een elektrisch schema van het weerstation.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2.2.3 Test de windrichting sensor.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050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 Ik wil dat het weerstation altijd buiten kan blijven zonder dat ik me zorgen hoef te maken dat die kapot gaat.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4.1.2 Maak een schets van de behuizing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4.1.3 Ontwerp de behuizing.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438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51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313C5-21B6-6685-A5E9-1C5386B3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8E37135-B666-7C88-A94F-6C16C216B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aanwezigheid</a:t>
            </a:r>
            <a:endParaRPr lang="en-US" dirty="0"/>
          </a:p>
          <a:p>
            <a:r>
              <a:rPr lang="en-US" dirty="0" err="1"/>
              <a:t>Weinig</a:t>
            </a:r>
            <a:r>
              <a:rPr lang="en-US" dirty="0"/>
              <a:t> </a:t>
            </a:r>
            <a:r>
              <a:rPr lang="en-US" dirty="0" err="1"/>
              <a:t>werk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we </a:t>
            </a:r>
            <a:r>
              <a:rPr lang="en-US" dirty="0" err="1"/>
              <a:t>konden</a:t>
            </a:r>
            <a:r>
              <a:rPr lang="en-US" dirty="0"/>
              <a:t> </a:t>
            </a:r>
            <a:r>
              <a:rPr lang="en-US" dirty="0" err="1"/>
              <a:t>doen</a:t>
            </a:r>
            <a:endParaRPr lang="en-US" dirty="0"/>
          </a:p>
          <a:p>
            <a:r>
              <a:rPr lang="en-US" dirty="0" err="1"/>
              <a:t>comunicatie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62711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345</TotalTime>
  <Words>264</Words>
  <Application>Microsoft Office PowerPoint</Application>
  <PresentationFormat>Breedbeeld</PresentationFormat>
  <Paragraphs>47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</vt:lpstr>
      <vt:lpstr>Plastic vanger</vt:lpstr>
      <vt:lpstr>Inleiding</vt:lpstr>
      <vt:lpstr>Vorige sprint</vt:lpstr>
      <vt:lpstr>Flowchart </vt:lpstr>
      <vt:lpstr>Probleem opstelling/Requirements </vt:lpstr>
      <vt:lpstr>Test plan</vt:lpstr>
      <vt:lpstr>Sprint 4</vt:lpstr>
      <vt:lpstr>Retrospective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3</cp:revision>
  <dcterms:created xsi:type="dcterms:W3CDTF">2025-10-28T11:43:37Z</dcterms:created>
  <dcterms:modified xsi:type="dcterms:W3CDTF">2025-10-28T17:31:19Z</dcterms:modified>
</cp:coreProperties>
</file>